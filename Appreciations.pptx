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 autoCompressPictures="0">
  <p:sldMasterIdLst>
    <p:sldMasterId id="2147483648" r:id="rId4"/>
  </p:sldMasterIdLst>
  <p:notesMasterIdLst>
    <p:notesMasterId r:id="rId20"/>
  </p:notesMasterIdLst>
  <p:handoutMasterIdLst>
    <p:handoutMasterId r:id="rId21"/>
  </p:handoutMasterIdLst>
  <p:sldIdLst>
    <p:sldId id="266" r:id="rId5"/>
    <p:sldId id="818" r:id="rId6"/>
    <p:sldId id="819" r:id="rId7"/>
    <p:sldId id="820" r:id="rId8"/>
    <p:sldId id="817" r:id="rId9"/>
    <p:sldId id="815" r:id="rId10"/>
    <p:sldId id="816" r:id="rId11"/>
    <p:sldId id="814" r:id="rId12"/>
    <p:sldId id="803" r:id="rId13"/>
    <p:sldId id="812" r:id="rId14"/>
    <p:sldId id="809" r:id="rId15"/>
    <p:sldId id="813" r:id="rId16"/>
    <p:sldId id="810" r:id="rId17"/>
    <p:sldId id="811" r:id="rId18"/>
    <p:sldId id="906" r:id="rId19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pos="3840" userDrawn="1">
          <p15:clr>
            <a:srgbClr val="A4A3A4"/>
          </p15:clr>
        </p15:guide>
        <p15:guide id="6" orient="horz" pos="216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5A5A5"/>
    <a:srgbClr val="27348B"/>
    <a:srgbClr val="83C8FF"/>
    <a:srgbClr val="00476E"/>
    <a:srgbClr val="008EDC"/>
    <a:srgbClr val="D31145"/>
    <a:srgbClr val="164879"/>
    <a:srgbClr val="ED7D31"/>
    <a:srgbClr val="D30F64"/>
    <a:srgbClr val="7030A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529F1DC-FDBD-4765-986D-B00F65F319C2}" v="26" dt="2021-04-09T16:11:53.374"/>
  </p1510:revLst>
</p1510:revInfo>
</file>

<file path=ppt/tableStyles.xml><?xml version="1.0" encoding="utf-8"?>
<a:tblStyleLst xmlns:a="http://schemas.openxmlformats.org/drawingml/2006/main" def="{3B4B98B0-60AC-42C2-AFA5-B58CD77FA1E5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971" autoAdjust="0"/>
    <p:restoredTop sz="94027" autoAdjust="0"/>
  </p:normalViewPr>
  <p:slideViewPr>
    <p:cSldViewPr snapToGrid="0" showGuides="1">
      <p:cViewPr varScale="1">
        <p:scale>
          <a:sx n="80" d="100"/>
          <a:sy n="80" d="100"/>
        </p:scale>
        <p:origin x="1061" y="67"/>
      </p:cViewPr>
      <p:guideLst>
        <p:guide pos="3840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9396"/>
    </p:cViewPr>
  </p:sorterViewPr>
  <p:notesViewPr>
    <p:cSldViewPr snapToGrid="0">
      <p:cViewPr varScale="1">
        <p:scale>
          <a:sx n="53" d="100"/>
          <a:sy n="53" d="100"/>
        </p:scale>
        <p:origin x="2922" y="7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microsoft.com/office/2015/10/relationships/revisionInfo" Target="revisionInfo.xml"/><Relationship Id="rId3" Type="http://schemas.openxmlformats.org/officeDocument/2006/relationships/customXml" Target="../customXml/item3.xml"/><Relationship Id="rId21" Type="http://schemas.openxmlformats.org/officeDocument/2006/relationships/handoutMaster" Target="handoutMasters/handout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7E40FDC-F381-4589-AC48-FE3EF81D0B22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22991D6F-A35C-40F9-9AE4-76BDD0B8ABD0}">
      <dgm:prSet phldrT="[Text]" custT="1"/>
      <dgm:spPr/>
      <dgm:t>
        <a:bodyPr/>
        <a:lstStyle/>
        <a:p>
          <a:r>
            <a:rPr lang="en-US" sz="1600" b="1" dirty="0"/>
            <a:t>AAA mobile</a:t>
          </a:r>
        </a:p>
      </dgm:t>
    </dgm:pt>
    <dgm:pt modelId="{F56DD8D1-E51C-42B7-8DDD-665751093C21}" type="parTrans" cxnId="{52E49EC2-EFC7-4D5C-BC3C-EC4EC96686DF}">
      <dgm:prSet/>
      <dgm:spPr/>
      <dgm:t>
        <a:bodyPr/>
        <a:lstStyle/>
        <a:p>
          <a:endParaRPr lang="en-US"/>
        </a:p>
      </dgm:t>
    </dgm:pt>
    <dgm:pt modelId="{BF5969F4-3C08-4679-8393-7282743AFC39}" type="sibTrans" cxnId="{52E49EC2-EFC7-4D5C-BC3C-EC4EC96686DF}">
      <dgm:prSet/>
      <dgm:spPr/>
      <dgm:t>
        <a:bodyPr/>
        <a:lstStyle/>
        <a:p>
          <a:endParaRPr lang="en-US"/>
        </a:p>
      </dgm:t>
    </dgm:pt>
    <dgm:pt modelId="{95A5F8DE-043D-4079-ABF2-0449C9FEC1CA}">
      <dgm:prSet phldrT="[Text]" custT="1"/>
      <dgm:spPr/>
      <dgm:t>
        <a:bodyPr/>
        <a:lstStyle/>
        <a:p>
          <a:r>
            <a:rPr lang="en-US" sz="1600" dirty="0"/>
            <a:t>Dhanshri was appreciated by Ralph, Borges for finding an existing production issue with app rater</a:t>
          </a:r>
        </a:p>
      </dgm:t>
    </dgm:pt>
    <dgm:pt modelId="{266B648F-8994-4F92-8068-EDF8CFF1B77A}" type="sibTrans" cxnId="{CE3C4A9F-2B0D-481D-A5DE-BF51CE3CC385}">
      <dgm:prSet/>
      <dgm:spPr/>
      <dgm:t>
        <a:bodyPr/>
        <a:lstStyle/>
        <a:p>
          <a:endParaRPr lang="en-US"/>
        </a:p>
      </dgm:t>
    </dgm:pt>
    <dgm:pt modelId="{F27A92CA-346A-4455-86A4-98259BDA7332}" type="parTrans" cxnId="{CE3C4A9F-2B0D-481D-A5DE-BF51CE3CC385}">
      <dgm:prSet/>
      <dgm:spPr/>
      <dgm:t>
        <a:bodyPr/>
        <a:lstStyle/>
        <a:p>
          <a:endParaRPr lang="en-US"/>
        </a:p>
      </dgm:t>
    </dgm:pt>
    <dgm:pt modelId="{64DFCD09-D6A8-4025-8462-CA3E373CB194}" type="pres">
      <dgm:prSet presAssocID="{67E40FDC-F381-4589-AC48-FE3EF81D0B22}" presName="linear" presStyleCnt="0">
        <dgm:presLayoutVars>
          <dgm:animLvl val="lvl"/>
          <dgm:resizeHandles val="exact"/>
        </dgm:presLayoutVars>
      </dgm:prSet>
      <dgm:spPr/>
    </dgm:pt>
    <dgm:pt modelId="{C795EBBB-6E85-4E1C-A7A1-6155856BD6A9}" type="pres">
      <dgm:prSet presAssocID="{22991D6F-A35C-40F9-9AE4-76BDD0B8ABD0}" presName="parentText" presStyleLbl="node1" presStyleIdx="0" presStyleCnt="1" custScaleY="47435" custLinFactNeighborX="-453" custLinFactNeighborY="-1600">
        <dgm:presLayoutVars>
          <dgm:chMax val="0"/>
          <dgm:bulletEnabled val="1"/>
        </dgm:presLayoutVars>
      </dgm:prSet>
      <dgm:spPr/>
    </dgm:pt>
    <dgm:pt modelId="{83128AD1-DB3D-40FC-BE15-755994299EAF}" type="pres">
      <dgm:prSet presAssocID="{22991D6F-A35C-40F9-9AE4-76BDD0B8ABD0}" presName="childText" presStyleLbl="revTx" presStyleIdx="0" presStyleCnt="1" custLinFactNeighborY="8328">
        <dgm:presLayoutVars>
          <dgm:bulletEnabled val="1"/>
        </dgm:presLayoutVars>
      </dgm:prSet>
      <dgm:spPr/>
    </dgm:pt>
  </dgm:ptLst>
  <dgm:cxnLst>
    <dgm:cxn modelId="{F7EDA532-B826-4A3E-BD10-174B629534B0}" type="presOf" srcId="{22991D6F-A35C-40F9-9AE4-76BDD0B8ABD0}" destId="{C795EBBB-6E85-4E1C-A7A1-6155856BD6A9}" srcOrd="0" destOrd="0" presId="urn:microsoft.com/office/officeart/2005/8/layout/vList2"/>
    <dgm:cxn modelId="{ED47EC74-E77A-4276-A3E0-21C94E13FF08}" type="presOf" srcId="{95A5F8DE-043D-4079-ABF2-0449C9FEC1CA}" destId="{83128AD1-DB3D-40FC-BE15-755994299EAF}" srcOrd="0" destOrd="0" presId="urn:microsoft.com/office/officeart/2005/8/layout/vList2"/>
    <dgm:cxn modelId="{CE3C4A9F-2B0D-481D-A5DE-BF51CE3CC385}" srcId="{22991D6F-A35C-40F9-9AE4-76BDD0B8ABD0}" destId="{95A5F8DE-043D-4079-ABF2-0449C9FEC1CA}" srcOrd="0" destOrd="0" parTransId="{F27A92CA-346A-4455-86A4-98259BDA7332}" sibTransId="{266B648F-8994-4F92-8068-EDF8CFF1B77A}"/>
    <dgm:cxn modelId="{52E49EC2-EFC7-4D5C-BC3C-EC4EC96686DF}" srcId="{67E40FDC-F381-4589-AC48-FE3EF81D0B22}" destId="{22991D6F-A35C-40F9-9AE4-76BDD0B8ABD0}" srcOrd="0" destOrd="0" parTransId="{F56DD8D1-E51C-42B7-8DDD-665751093C21}" sibTransId="{BF5969F4-3C08-4679-8393-7282743AFC39}"/>
    <dgm:cxn modelId="{93A489EC-2458-4137-A81A-A01F2EA1DC24}" type="presOf" srcId="{67E40FDC-F381-4589-AC48-FE3EF81D0B22}" destId="{64DFCD09-D6A8-4025-8462-CA3E373CB194}" srcOrd="0" destOrd="0" presId="urn:microsoft.com/office/officeart/2005/8/layout/vList2"/>
    <dgm:cxn modelId="{0187BE10-528E-45FF-AF6D-6134CC804C62}" type="presParOf" srcId="{64DFCD09-D6A8-4025-8462-CA3E373CB194}" destId="{C795EBBB-6E85-4E1C-A7A1-6155856BD6A9}" srcOrd="0" destOrd="0" presId="urn:microsoft.com/office/officeart/2005/8/layout/vList2"/>
    <dgm:cxn modelId="{0F6574C9-0A6E-4F8F-8FE1-2C6CC18B20AC}" type="presParOf" srcId="{64DFCD09-D6A8-4025-8462-CA3E373CB194}" destId="{83128AD1-DB3D-40FC-BE15-755994299EAF}" srcOrd="1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795EBBB-6E85-4E1C-A7A1-6155856BD6A9}">
      <dsp:nvSpPr>
        <dsp:cNvPr id="0" name=""/>
        <dsp:cNvSpPr/>
      </dsp:nvSpPr>
      <dsp:spPr>
        <a:xfrm>
          <a:off x="0" y="614867"/>
          <a:ext cx="10515600" cy="57718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 dirty="0"/>
            <a:t>AAA mobile</a:t>
          </a:r>
        </a:p>
      </dsp:txBody>
      <dsp:txXfrm>
        <a:off x="28176" y="643043"/>
        <a:ext cx="10459248" cy="520837"/>
      </dsp:txXfrm>
    </dsp:sp>
    <dsp:sp modelId="{83128AD1-DB3D-40FC-BE15-755994299EAF}">
      <dsp:nvSpPr>
        <dsp:cNvPr id="0" name=""/>
        <dsp:cNvSpPr/>
      </dsp:nvSpPr>
      <dsp:spPr>
        <a:xfrm>
          <a:off x="0" y="1310613"/>
          <a:ext cx="10515600" cy="10764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33870" tIns="20320" rIns="113792" bIns="20320" numCol="1" spcCol="1270" anchor="t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600" kern="1200" dirty="0"/>
            <a:t>Dhanshri was appreciated by Ralph, Borges for finding an existing production issue with app rater</a:t>
          </a:r>
        </a:p>
      </dsp:txBody>
      <dsp:txXfrm>
        <a:off x="0" y="1310613"/>
        <a:ext cx="10515600" cy="10764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5A9E02AD-574F-46B1-91CF-758ECD92721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DCDBB3E-0962-4543-8203-0E0084580CE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702A5B2-8064-4382-9E31-9E46E0F5B2C3}" type="datetimeFigureOut">
              <a:rPr lang="ru-RU" smtClean="0"/>
              <a:t>09.04.2021</a:t>
            </a:fld>
            <a:endParaRPr lang="ru-R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D61A4A7-FC01-4444-9707-74E93BD63497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28D65D7-8813-49CE-A8BE-42984C5CBDA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022FEE5-93F6-4794-9247-D82E88608B7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4840010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000EB3D-2307-4317-8A1D-B47FA45245F0}" type="datetimeFigureOut">
              <a:rPr lang="ru-RU" smtClean="0"/>
              <a:t>09.04.2021</a:t>
            </a:fld>
            <a:endParaRPr lang="ru-RU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3D78A92-0141-4330-8F3E-FAADFAC23844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7488877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9AD403-A15F-4A2F-B050-AB874136E73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58588" y="809122"/>
            <a:ext cx="5690680" cy="1517356"/>
          </a:xfrm>
        </p:spPr>
        <p:txBody>
          <a:bodyPr>
            <a:noAutofit/>
          </a:bodyPr>
          <a:lstStyle>
            <a:lvl1pPr>
              <a:defRPr sz="6000">
                <a:solidFill>
                  <a:sysClr val="windowText" lastClr="000000"/>
                </a:solidFill>
              </a:defRPr>
            </a:lvl1pPr>
          </a:lstStyle>
          <a:p>
            <a:r>
              <a:rPr lang="en-US" dirty="0"/>
              <a:t>PRESENTATION</a:t>
            </a:r>
            <a:br>
              <a:rPr lang="en-US" dirty="0"/>
            </a:br>
            <a:r>
              <a:rPr lang="en-US" dirty="0"/>
              <a:t>TITLE    </a:t>
            </a:r>
            <a:endParaRPr lang="ru-RU" dirty="0"/>
          </a:p>
        </p:txBody>
      </p:sp>
      <p:sp>
        <p:nvSpPr>
          <p:cNvPr id="23" name="Text Placeholder 26">
            <a:extLst>
              <a:ext uri="{FF2B5EF4-FFF2-40B4-BE49-F238E27FC236}">
                <a16:creationId xmlns:a16="http://schemas.microsoft.com/office/drawing/2014/main" id="{5BB088E3-63C1-423F-A939-150B8E1F87A7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786259" y="5096662"/>
            <a:ext cx="4367531" cy="949829"/>
          </a:xfrm>
        </p:spPr>
        <p:txBody>
          <a:bodyPr>
            <a:noAutofit/>
          </a:bodyPr>
          <a:lstStyle>
            <a:lvl1pPr marL="0" indent="0" algn="l">
              <a:buNone/>
              <a:defRPr sz="2800" b="0" i="0">
                <a:solidFill>
                  <a:sysClr val="windowText" lastClr="000000"/>
                </a:solidFill>
                <a:latin typeface="+mn-lt"/>
              </a:defRPr>
            </a:lvl1pPr>
            <a:lvl2pPr marL="457200" indent="0">
              <a:buNone/>
              <a:defRPr sz="1800" b="1" i="1"/>
            </a:lvl2pPr>
            <a:lvl3pPr marL="914400" indent="0">
              <a:buNone/>
              <a:defRPr sz="1800" b="1" i="1"/>
            </a:lvl3pPr>
            <a:lvl4pPr marL="1371600" indent="0">
              <a:buNone/>
              <a:defRPr sz="1800" b="1" i="1"/>
            </a:lvl4pPr>
            <a:lvl5pPr marL="1828800" indent="0">
              <a:buNone/>
              <a:defRPr sz="1800" b="1" i="1"/>
            </a:lvl5pPr>
          </a:lstStyle>
          <a:p>
            <a:pPr lvl="0"/>
            <a:r>
              <a:rPr lang="en-US" dirty="0"/>
              <a:t>Month</a:t>
            </a:r>
            <a:br>
              <a:rPr lang="en-US" dirty="0"/>
            </a:br>
            <a:r>
              <a:rPr lang="en-US" dirty="0"/>
              <a:t>20XX</a:t>
            </a:r>
          </a:p>
        </p:txBody>
      </p:sp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87A7AFAC-3F6D-48D1-A100-148792529BC6}"/>
              </a:ext>
            </a:extLst>
          </p:cNvPr>
          <p:cNvSpPr/>
          <p:nvPr/>
        </p:nvSpPr>
        <p:spPr>
          <a:xfrm>
            <a:off x="8069104" y="5422164"/>
            <a:ext cx="736673" cy="736673"/>
          </a:xfrm>
          <a:custGeom>
            <a:avLst/>
            <a:gdLst>
              <a:gd name="connsiteX0" fmla="*/ 372146 w 736672"/>
              <a:gd name="connsiteY0" fmla="*/ 731592 h 736672"/>
              <a:gd name="connsiteX1" fmla="*/ 731592 w 736672"/>
              <a:gd name="connsiteY1" fmla="*/ 372147 h 736672"/>
              <a:gd name="connsiteX2" fmla="*/ 372146 w 736672"/>
              <a:gd name="connsiteY2" fmla="*/ 12701 h 736672"/>
              <a:gd name="connsiteX3" fmla="*/ 12701 w 736672"/>
              <a:gd name="connsiteY3" fmla="*/ 372147 h 736672"/>
              <a:gd name="connsiteX4" fmla="*/ 372146 w 736672"/>
              <a:gd name="connsiteY4" fmla="*/ 731592 h 7366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36672" h="736672">
                <a:moveTo>
                  <a:pt x="372146" y="731592"/>
                </a:moveTo>
                <a:cubicBezTo>
                  <a:pt x="570286" y="731592"/>
                  <a:pt x="731592" y="570286"/>
                  <a:pt x="731592" y="372147"/>
                </a:cubicBezTo>
                <a:cubicBezTo>
                  <a:pt x="731592" y="174007"/>
                  <a:pt x="570286" y="12701"/>
                  <a:pt x="372146" y="12701"/>
                </a:cubicBezTo>
                <a:cubicBezTo>
                  <a:pt x="174007" y="12701"/>
                  <a:pt x="12701" y="174007"/>
                  <a:pt x="12701" y="372147"/>
                </a:cubicBezTo>
                <a:cubicBezTo>
                  <a:pt x="12701" y="570286"/>
                  <a:pt x="174007" y="731592"/>
                  <a:pt x="372146" y="731592"/>
                </a:cubicBezTo>
              </a:path>
            </a:pathLst>
          </a:custGeom>
          <a:solidFill>
            <a:schemeClr val="accent1"/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81A4F88F-4E35-4BB3-AD24-CAC580C12F96}"/>
              </a:ext>
            </a:extLst>
          </p:cNvPr>
          <p:cNvSpPr/>
          <p:nvPr/>
        </p:nvSpPr>
        <p:spPr>
          <a:xfrm>
            <a:off x="9029960" y="3463631"/>
            <a:ext cx="3175313" cy="2946690"/>
          </a:xfrm>
          <a:custGeom>
            <a:avLst/>
            <a:gdLst>
              <a:gd name="connsiteX0" fmla="*/ 3162808 w 3175312"/>
              <a:gd name="connsiteY0" fmla="*/ 12701 h 2946690"/>
              <a:gd name="connsiteX1" fmla="*/ 487925 w 3175312"/>
              <a:gd name="connsiteY1" fmla="*/ 1331091 h 2946690"/>
              <a:gd name="connsiteX2" fmla="*/ 113238 w 3175312"/>
              <a:gd name="connsiteY2" fmla="*/ 2433559 h 2946690"/>
              <a:gd name="connsiteX3" fmla="*/ 127209 w 3175312"/>
              <a:gd name="connsiteY3" fmla="*/ 2461502 h 2946690"/>
              <a:gd name="connsiteX4" fmla="*/ 1229677 w 3175312"/>
              <a:gd name="connsiteY4" fmla="*/ 2836189 h 2946690"/>
              <a:gd name="connsiteX5" fmla="*/ 3162808 w 3175312"/>
              <a:gd name="connsiteY5" fmla="*/ 1882325 h 2946690"/>
              <a:gd name="connsiteX6" fmla="*/ 3162808 w 3175312"/>
              <a:gd name="connsiteY6" fmla="*/ 12701 h 29466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175312" h="2946690">
                <a:moveTo>
                  <a:pt x="3162808" y="12701"/>
                </a:moveTo>
                <a:lnTo>
                  <a:pt x="487925" y="1331091"/>
                </a:lnTo>
                <a:cubicBezTo>
                  <a:pt x="487925" y="1331091"/>
                  <a:pt x="-250018" y="1695617"/>
                  <a:pt x="113238" y="2433559"/>
                </a:cubicBezTo>
                <a:lnTo>
                  <a:pt x="127209" y="2461502"/>
                </a:lnTo>
                <a:cubicBezTo>
                  <a:pt x="127209" y="2461502"/>
                  <a:pt x="491735" y="3199445"/>
                  <a:pt x="1229677" y="2836189"/>
                </a:cubicBezTo>
                <a:lnTo>
                  <a:pt x="3162808" y="1882325"/>
                </a:lnTo>
                <a:lnTo>
                  <a:pt x="3162808" y="12701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592CE00E-F2AB-4099-8BB8-F109C4F2EFDB}"/>
              </a:ext>
            </a:extLst>
          </p:cNvPr>
          <p:cNvSpPr/>
          <p:nvPr/>
        </p:nvSpPr>
        <p:spPr>
          <a:xfrm>
            <a:off x="11043829" y="4566099"/>
            <a:ext cx="1155814" cy="863685"/>
          </a:xfrm>
          <a:custGeom>
            <a:avLst/>
            <a:gdLst>
              <a:gd name="connsiteX0" fmla="*/ 1148938 w 1155813"/>
              <a:gd name="connsiteY0" fmla="*/ 12701 h 863685"/>
              <a:gd name="connsiteX1" fmla="*/ 173482 w 1155813"/>
              <a:gd name="connsiteY1" fmla="*/ 494079 h 863685"/>
              <a:gd name="connsiteX2" fmla="*/ 28688 w 1155813"/>
              <a:gd name="connsiteY2" fmla="*/ 759535 h 863685"/>
              <a:gd name="connsiteX3" fmla="*/ 31228 w 1155813"/>
              <a:gd name="connsiteY3" fmla="*/ 765885 h 863685"/>
              <a:gd name="connsiteX4" fmla="*/ 329707 w 1155813"/>
              <a:gd name="connsiteY4" fmla="*/ 812880 h 863685"/>
              <a:gd name="connsiteX5" fmla="*/ 1147668 w 1155813"/>
              <a:gd name="connsiteY5" fmla="*/ 408980 h 863685"/>
              <a:gd name="connsiteX6" fmla="*/ 1147668 w 1155813"/>
              <a:gd name="connsiteY6" fmla="*/ 12701 h 8636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155813" h="863685">
                <a:moveTo>
                  <a:pt x="1148938" y="12701"/>
                </a:moveTo>
                <a:lnTo>
                  <a:pt x="173482" y="494079"/>
                </a:lnTo>
                <a:cubicBezTo>
                  <a:pt x="173482" y="494079"/>
                  <a:pt x="-47520" y="603309"/>
                  <a:pt x="28688" y="759535"/>
                </a:cubicBezTo>
                <a:lnTo>
                  <a:pt x="31228" y="765885"/>
                </a:lnTo>
                <a:cubicBezTo>
                  <a:pt x="31228" y="765885"/>
                  <a:pt x="108705" y="922111"/>
                  <a:pt x="329707" y="812880"/>
                </a:cubicBezTo>
                <a:lnTo>
                  <a:pt x="1147668" y="408980"/>
                </a:lnTo>
                <a:lnTo>
                  <a:pt x="1147668" y="12701"/>
                </a:lnTo>
                <a:close/>
              </a:path>
            </a:pathLst>
          </a:custGeom>
          <a:solidFill>
            <a:schemeClr val="bg1"/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  <p:sp>
        <p:nvSpPr>
          <p:cNvPr id="32" name="Freeform: Shape 31">
            <a:extLst>
              <a:ext uri="{FF2B5EF4-FFF2-40B4-BE49-F238E27FC236}">
                <a16:creationId xmlns:a16="http://schemas.microsoft.com/office/drawing/2014/main" id="{B0920EEC-7CE3-4708-93D2-53699D17E5E3}"/>
              </a:ext>
            </a:extLst>
          </p:cNvPr>
          <p:cNvSpPr/>
          <p:nvPr/>
        </p:nvSpPr>
        <p:spPr>
          <a:xfrm>
            <a:off x="10743661" y="-1689"/>
            <a:ext cx="1447943" cy="1003399"/>
          </a:xfrm>
          <a:custGeom>
            <a:avLst/>
            <a:gdLst>
              <a:gd name="connsiteX0" fmla="*/ 1446147 w 1447942"/>
              <a:gd name="connsiteY0" fmla="*/ 12701 h 1003398"/>
              <a:gd name="connsiteX1" fmla="*/ 173482 w 1447942"/>
              <a:gd name="connsiteY1" fmla="*/ 640143 h 1003398"/>
              <a:gd name="connsiteX2" fmla="*/ 28688 w 1447942"/>
              <a:gd name="connsiteY2" fmla="*/ 905599 h 1003398"/>
              <a:gd name="connsiteX3" fmla="*/ 31227 w 1447942"/>
              <a:gd name="connsiteY3" fmla="*/ 911950 h 1003398"/>
              <a:gd name="connsiteX4" fmla="*/ 329707 w 1447942"/>
              <a:gd name="connsiteY4" fmla="*/ 958944 h 1003398"/>
              <a:gd name="connsiteX5" fmla="*/ 1446147 w 1447942"/>
              <a:gd name="connsiteY5" fmla="*/ 408980 h 1003398"/>
              <a:gd name="connsiteX6" fmla="*/ 1446147 w 1447942"/>
              <a:gd name="connsiteY6" fmla="*/ 12701 h 10033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447942" h="1003398">
                <a:moveTo>
                  <a:pt x="1446147" y="12701"/>
                </a:moveTo>
                <a:lnTo>
                  <a:pt x="173482" y="640143"/>
                </a:lnTo>
                <a:cubicBezTo>
                  <a:pt x="173482" y="640143"/>
                  <a:pt x="-47520" y="749374"/>
                  <a:pt x="28688" y="905599"/>
                </a:cubicBezTo>
                <a:lnTo>
                  <a:pt x="31227" y="911950"/>
                </a:lnTo>
                <a:cubicBezTo>
                  <a:pt x="31227" y="911950"/>
                  <a:pt x="108705" y="1068175"/>
                  <a:pt x="329707" y="958944"/>
                </a:cubicBezTo>
                <a:lnTo>
                  <a:pt x="1446147" y="408980"/>
                </a:lnTo>
                <a:lnTo>
                  <a:pt x="1446147" y="12701"/>
                </a:lnTo>
                <a:close/>
              </a:path>
            </a:pathLst>
          </a:custGeom>
          <a:solidFill>
            <a:schemeClr val="accent3"/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  <p:sp>
        <p:nvSpPr>
          <p:cNvPr id="33" name="Freeform: Shape 32">
            <a:extLst>
              <a:ext uri="{FF2B5EF4-FFF2-40B4-BE49-F238E27FC236}">
                <a16:creationId xmlns:a16="http://schemas.microsoft.com/office/drawing/2014/main" id="{2DF8B751-9294-46D5-B390-5D322195540F}"/>
              </a:ext>
            </a:extLst>
          </p:cNvPr>
          <p:cNvSpPr/>
          <p:nvPr/>
        </p:nvSpPr>
        <p:spPr>
          <a:xfrm>
            <a:off x="6536780" y="-12701"/>
            <a:ext cx="4978890" cy="2133810"/>
          </a:xfrm>
          <a:custGeom>
            <a:avLst/>
            <a:gdLst>
              <a:gd name="connsiteX0" fmla="*/ 2515401 w 4978890"/>
              <a:gd name="connsiteY0" fmla="*/ 12701 h 2133810"/>
              <a:gd name="connsiteX1" fmla="*/ 371430 w 4978890"/>
              <a:gd name="connsiteY1" fmla="*/ 1069445 h 2133810"/>
              <a:gd name="connsiteX2" fmla="*/ 72951 w 4978890"/>
              <a:gd name="connsiteY2" fmla="*/ 1811198 h 2133810"/>
              <a:gd name="connsiteX3" fmla="*/ 81841 w 4978890"/>
              <a:gd name="connsiteY3" fmla="*/ 1828980 h 2133810"/>
              <a:gd name="connsiteX4" fmla="*/ 851538 w 4978890"/>
              <a:gd name="connsiteY4" fmla="*/ 2043631 h 2133810"/>
              <a:gd name="connsiteX5" fmla="*/ 4968013 w 4978890"/>
              <a:gd name="connsiteY5" fmla="*/ 12701 h 2133810"/>
              <a:gd name="connsiteX6" fmla="*/ 2515401 w 4978890"/>
              <a:gd name="connsiteY6" fmla="*/ 12701 h 21338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978890" h="2133810">
                <a:moveTo>
                  <a:pt x="2515401" y="12701"/>
                </a:moveTo>
                <a:lnTo>
                  <a:pt x="371430" y="1069445"/>
                </a:lnTo>
                <a:cubicBezTo>
                  <a:pt x="371430" y="1069445"/>
                  <a:pt x="-163293" y="1333631"/>
                  <a:pt x="72951" y="1811198"/>
                </a:cubicBezTo>
                <a:lnTo>
                  <a:pt x="81841" y="1828980"/>
                </a:lnTo>
                <a:cubicBezTo>
                  <a:pt x="81841" y="1828980"/>
                  <a:pt x="316814" y="2306547"/>
                  <a:pt x="851538" y="2043631"/>
                </a:cubicBezTo>
                <a:lnTo>
                  <a:pt x="4968013" y="12701"/>
                </a:lnTo>
                <a:lnTo>
                  <a:pt x="2515401" y="12701"/>
                </a:lnTo>
                <a:close/>
              </a:path>
            </a:pathLst>
          </a:custGeom>
          <a:solidFill>
            <a:schemeClr val="tx2">
              <a:lumMod val="50000"/>
            </a:schemeClr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E0F651C6-BE74-4133-ABA8-316072D4F5B5}"/>
              </a:ext>
            </a:extLst>
          </p:cNvPr>
          <p:cNvSpPr/>
          <p:nvPr/>
        </p:nvSpPr>
        <p:spPr>
          <a:xfrm>
            <a:off x="6518963" y="-12701"/>
            <a:ext cx="5029695" cy="2146511"/>
          </a:xfrm>
          <a:custGeom>
            <a:avLst/>
            <a:gdLst>
              <a:gd name="connsiteX0" fmla="*/ 4942646 w 5029695"/>
              <a:gd name="connsiteY0" fmla="*/ 12701 h 2146511"/>
              <a:gd name="connsiteX1" fmla="*/ 860464 w 5029695"/>
              <a:gd name="connsiteY1" fmla="*/ 2025849 h 2146511"/>
              <a:gd name="connsiteX2" fmla="*/ 295258 w 5029695"/>
              <a:gd name="connsiteY2" fmla="*/ 2019499 h 2146511"/>
              <a:gd name="connsiteX3" fmla="*/ 116171 w 5029695"/>
              <a:gd name="connsiteY3" fmla="*/ 1820089 h 2146511"/>
              <a:gd name="connsiteX4" fmla="*/ 107280 w 5029695"/>
              <a:gd name="connsiteY4" fmla="*/ 1802307 h 2146511"/>
              <a:gd name="connsiteX5" fmla="*/ 165705 w 5029695"/>
              <a:gd name="connsiteY5" fmla="*/ 1273935 h 2146511"/>
              <a:gd name="connsiteX6" fmla="*/ 398138 w 5029695"/>
              <a:gd name="connsiteY6" fmla="*/ 1085957 h 2146511"/>
              <a:gd name="connsiteX7" fmla="*/ 2576402 w 5029695"/>
              <a:gd name="connsiteY7" fmla="*/ 12701 h 2146511"/>
              <a:gd name="connsiteX8" fmla="*/ 2490034 w 5029695"/>
              <a:gd name="connsiteY8" fmla="*/ 12701 h 2146511"/>
              <a:gd name="connsiteX9" fmla="*/ 381626 w 5029695"/>
              <a:gd name="connsiteY9" fmla="*/ 1052934 h 2146511"/>
              <a:gd name="connsiteX10" fmla="*/ 137762 w 5029695"/>
              <a:gd name="connsiteY10" fmla="*/ 1249803 h 2146511"/>
              <a:gd name="connsiteX11" fmla="*/ 74256 w 5029695"/>
              <a:gd name="connsiteY11" fmla="*/ 1820089 h 2146511"/>
              <a:gd name="connsiteX12" fmla="*/ 83147 w 5029695"/>
              <a:gd name="connsiteY12" fmla="*/ 1837871 h 2146511"/>
              <a:gd name="connsiteX13" fmla="*/ 273666 w 5029695"/>
              <a:gd name="connsiteY13" fmla="*/ 2051252 h 2146511"/>
              <a:gd name="connsiteX14" fmla="*/ 564525 w 5029695"/>
              <a:gd name="connsiteY14" fmla="*/ 2141431 h 2146511"/>
              <a:gd name="connsiteX15" fmla="*/ 878246 w 5029695"/>
              <a:gd name="connsiteY15" fmla="*/ 2060143 h 2146511"/>
              <a:gd name="connsiteX16" fmla="*/ 5029014 w 5029695"/>
              <a:gd name="connsiteY16" fmla="*/ 12701 h 2146511"/>
              <a:gd name="connsiteX17" fmla="*/ 4942646 w 5029695"/>
              <a:gd name="connsiteY17" fmla="*/ 12701 h 21465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5029695" h="2146511">
                <a:moveTo>
                  <a:pt x="4942646" y="12701"/>
                </a:moveTo>
                <a:lnTo>
                  <a:pt x="860464" y="2025849"/>
                </a:lnTo>
                <a:cubicBezTo>
                  <a:pt x="645812" y="2131270"/>
                  <a:pt x="456564" y="2130000"/>
                  <a:pt x="295258" y="2019499"/>
                </a:cubicBezTo>
                <a:cubicBezTo>
                  <a:pt x="174596" y="1936941"/>
                  <a:pt x="116171" y="1821359"/>
                  <a:pt x="116171" y="1820089"/>
                </a:cubicBezTo>
                <a:lnTo>
                  <a:pt x="107280" y="1802307"/>
                </a:lnTo>
                <a:cubicBezTo>
                  <a:pt x="13290" y="1611789"/>
                  <a:pt x="32342" y="1433971"/>
                  <a:pt x="165705" y="1273935"/>
                </a:cubicBezTo>
                <a:cubicBezTo>
                  <a:pt x="266045" y="1153274"/>
                  <a:pt x="395598" y="1087227"/>
                  <a:pt x="398138" y="1085957"/>
                </a:cubicBezTo>
                <a:lnTo>
                  <a:pt x="2576402" y="12701"/>
                </a:lnTo>
                <a:lnTo>
                  <a:pt x="2490034" y="12701"/>
                </a:lnTo>
                <a:lnTo>
                  <a:pt x="381626" y="1052934"/>
                </a:lnTo>
                <a:cubicBezTo>
                  <a:pt x="376546" y="1055474"/>
                  <a:pt x="243183" y="1121520"/>
                  <a:pt x="137762" y="1249803"/>
                </a:cubicBezTo>
                <a:cubicBezTo>
                  <a:pt x="38693" y="1369195"/>
                  <a:pt x="-51486" y="1564794"/>
                  <a:pt x="74256" y="1820089"/>
                </a:cubicBezTo>
                <a:lnTo>
                  <a:pt x="83147" y="1837871"/>
                </a:lnTo>
                <a:cubicBezTo>
                  <a:pt x="85687" y="1842952"/>
                  <a:pt x="145383" y="1962343"/>
                  <a:pt x="273666" y="2051252"/>
                </a:cubicBezTo>
                <a:cubicBezTo>
                  <a:pt x="342253" y="2098247"/>
                  <a:pt x="440053" y="2141431"/>
                  <a:pt x="564525" y="2141431"/>
                </a:cubicBezTo>
                <a:cubicBezTo>
                  <a:pt x="654703" y="2141431"/>
                  <a:pt x="758854" y="2119839"/>
                  <a:pt x="878246" y="2060143"/>
                </a:cubicBezTo>
                <a:lnTo>
                  <a:pt x="5029014" y="12701"/>
                </a:lnTo>
                <a:lnTo>
                  <a:pt x="4942646" y="12701"/>
                </a:lnTo>
                <a:close/>
              </a:path>
            </a:pathLst>
          </a:custGeom>
          <a:solidFill>
            <a:schemeClr val="bg1"/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  <p:sp>
        <p:nvSpPr>
          <p:cNvPr id="36" name="Text Placeholder 14">
            <a:extLst>
              <a:ext uri="{FF2B5EF4-FFF2-40B4-BE49-F238E27FC236}">
                <a16:creationId xmlns:a16="http://schemas.microsoft.com/office/drawing/2014/main" id="{2A3D73F7-77EC-4576-B541-20C032F462DC}"/>
              </a:ext>
            </a:extLst>
          </p:cNvPr>
          <p:cNvSpPr>
            <a:spLocks noGrp="1"/>
          </p:cNvSpPr>
          <p:nvPr userDrawn="1">
            <p:ph type="body" sz="quarter" idx="13" hasCustomPrompt="1"/>
          </p:nvPr>
        </p:nvSpPr>
        <p:spPr>
          <a:xfrm>
            <a:off x="786259" y="2797564"/>
            <a:ext cx="3629300" cy="949829"/>
          </a:xfrm>
        </p:spPr>
        <p:txBody>
          <a:bodyPr>
            <a:normAutofit/>
          </a:bodyPr>
          <a:lstStyle>
            <a:lvl1pPr marL="0" indent="0">
              <a:buNone/>
              <a:defRPr sz="2800" b="1" i="0">
                <a:solidFill>
                  <a:sysClr val="windowText" lastClr="000000"/>
                </a:solidFill>
              </a:defRPr>
            </a:lvl1pPr>
          </a:lstStyle>
          <a:p>
            <a:pPr lvl="0"/>
            <a:r>
              <a:rPr lang="en-US" dirty="0"/>
              <a:t>Presentation</a:t>
            </a:r>
            <a:br>
              <a:rPr lang="en-US" dirty="0"/>
            </a:br>
            <a:r>
              <a:rPr lang="en-US" dirty="0"/>
              <a:t>Tagline</a:t>
            </a:r>
          </a:p>
        </p:txBody>
      </p:sp>
      <p:sp>
        <p:nvSpPr>
          <p:cNvPr id="40" name="Graphic 37">
            <a:extLst>
              <a:ext uri="{FF2B5EF4-FFF2-40B4-BE49-F238E27FC236}">
                <a16:creationId xmlns:a16="http://schemas.microsoft.com/office/drawing/2014/main" id="{9F75ED2D-7077-4753-B623-4B9A718EB224}"/>
              </a:ext>
            </a:extLst>
          </p:cNvPr>
          <p:cNvSpPr/>
          <p:nvPr userDrawn="1"/>
        </p:nvSpPr>
        <p:spPr>
          <a:xfrm>
            <a:off x="895717" y="2496830"/>
            <a:ext cx="2158296" cy="151200"/>
          </a:xfrm>
          <a:custGeom>
            <a:avLst/>
            <a:gdLst>
              <a:gd name="connsiteX0" fmla="*/ 2087180 w 2158295"/>
              <a:gd name="connsiteY0" fmla="*/ 153601 h 165045"/>
              <a:gd name="connsiteX1" fmla="*/ 82504 w 2158295"/>
              <a:gd name="connsiteY1" fmla="*/ 153601 h 165045"/>
              <a:gd name="connsiteX2" fmla="*/ 12677 w 2158295"/>
              <a:gd name="connsiteY2" fmla="*/ 83774 h 165045"/>
              <a:gd name="connsiteX3" fmla="*/ 12677 w 2158295"/>
              <a:gd name="connsiteY3" fmla="*/ 83774 h 165045"/>
              <a:gd name="connsiteX4" fmla="*/ 82504 w 2158295"/>
              <a:gd name="connsiteY4" fmla="*/ 12677 h 165045"/>
              <a:gd name="connsiteX5" fmla="*/ 2087180 w 2158295"/>
              <a:gd name="connsiteY5" fmla="*/ 12677 h 165045"/>
              <a:gd name="connsiteX6" fmla="*/ 2157008 w 2158295"/>
              <a:gd name="connsiteY6" fmla="*/ 82504 h 165045"/>
              <a:gd name="connsiteX7" fmla="*/ 2157008 w 2158295"/>
              <a:gd name="connsiteY7" fmla="*/ 82504 h 165045"/>
              <a:gd name="connsiteX8" fmla="*/ 2087180 w 2158295"/>
              <a:gd name="connsiteY8" fmla="*/ 153601 h 1650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158295" h="165045">
                <a:moveTo>
                  <a:pt x="2087180" y="153601"/>
                </a:moveTo>
                <a:lnTo>
                  <a:pt x="82504" y="153601"/>
                </a:lnTo>
                <a:cubicBezTo>
                  <a:pt x="44417" y="153601"/>
                  <a:pt x="12677" y="121861"/>
                  <a:pt x="12677" y="83774"/>
                </a:cubicBezTo>
                <a:lnTo>
                  <a:pt x="12677" y="83774"/>
                </a:lnTo>
                <a:cubicBezTo>
                  <a:pt x="12677" y="44417"/>
                  <a:pt x="44417" y="12677"/>
                  <a:pt x="82504" y="12677"/>
                </a:cubicBezTo>
                <a:lnTo>
                  <a:pt x="2087180" y="12677"/>
                </a:lnTo>
                <a:cubicBezTo>
                  <a:pt x="2125268" y="12677"/>
                  <a:pt x="2157008" y="44417"/>
                  <a:pt x="2157008" y="82504"/>
                </a:cubicBezTo>
                <a:lnTo>
                  <a:pt x="2157008" y="82504"/>
                </a:lnTo>
                <a:cubicBezTo>
                  <a:pt x="2157008" y="121861"/>
                  <a:pt x="2126538" y="153601"/>
                  <a:pt x="2087180" y="153601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3"/>
              </a:gs>
            </a:gsLst>
            <a:lin ang="0" scaled="1"/>
          </a:gradFill>
          <a:ln w="12681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  <p:sp>
        <p:nvSpPr>
          <p:cNvPr id="12" name="Graphic 36">
            <a:extLst>
              <a:ext uri="{FF2B5EF4-FFF2-40B4-BE49-F238E27FC236}">
                <a16:creationId xmlns:a16="http://schemas.microsoft.com/office/drawing/2014/main" id="{21FF5BCF-BC53-4C3F-8B7F-7077B35ADCA8}"/>
              </a:ext>
            </a:extLst>
          </p:cNvPr>
          <p:cNvSpPr/>
          <p:nvPr userDrawn="1"/>
        </p:nvSpPr>
        <p:spPr>
          <a:xfrm>
            <a:off x="-7816" y="5057878"/>
            <a:ext cx="715108" cy="949829"/>
          </a:xfrm>
          <a:custGeom>
            <a:avLst/>
            <a:gdLst>
              <a:gd name="connsiteX0" fmla="*/ 217522 w 723600"/>
              <a:gd name="connsiteY0" fmla="*/ 9082 h 1015200"/>
              <a:gd name="connsiteX1" fmla="*/ 9082 w 723600"/>
              <a:gd name="connsiteY1" fmla="*/ 9082 h 1015200"/>
              <a:gd name="connsiteX2" fmla="*/ 9082 w 723600"/>
              <a:gd name="connsiteY2" fmla="*/ 1010242 h 1015200"/>
              <a:gd name="connsiteX3" fmla="*/ 217522 w 723600"/>
              <a:gd name="connsiteY3" fmla="*/ 1010242 h 1015200"/>
              <a:gd name="connsiteX4" fmla="*/ 716482 w 723600"/>
              <a:gd name="connsiteY4" fmla="*/ 518842 h 1015200"/>
              <a:gd name="connsiteX5" fmla="*/ 716482 w 723600"/>
              <a:gd name="connsiteY5" fmla="*/ 500482 h 1015200"/>
              <a:gd name="connsiteX6" fmla="*/ 217522 w 723600"/>
              <a:gd name="connsiteY6" fmla="*/ 9082 h 1015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723600" h="1015200">
                <a:moveTo>
                  <a:pt x="217522" y="9082"/>
                </a:moveTo>
                <a:lnTo>
                  <a:pt x="9082" y="9082"/>
                </a:lnTo>
                <a:lnTo>
                  <a:pt x="9082" y="1010242"/>
                </a:lnTo>
                <a:lnTo>
                  <a:pt x="217522" y="1010242"/>
                </a:lnTo>
                <a:cubicBezTo>
                  <a:pt x="217522" y="1010242"/>
                  <a:pt x="716482" y="1010242"/>
                  <a:pt x="716482" y="518842"/>
                </a:cubicBezTo>
                <a:lnTo>
                  <a:pt x="716482" y="500482"/>
                </a:lnTo>
                <a:cubicBezTo>
                  <a:pt x="716482" y="500482"/>
                  <a:pt x="716482" y="9082"/>
                  <a:pt x="217522" y="9082"/>
                </a:cubicBezTo>
                <a:close/>
              </a:path>
            </a:pathLst>
          </a:custGeom>
          <a:solidFill>
            <a:schemeClr val="tx2">
              <a:lumMod val="50000"/>
            </a:schemeClr>
          </a:solidFill>
          <a:ln w="10680" cap="flat">
            <a:solidFill>
              <a:schemeClr val="bg1"/>
            </a:solidFill>
            <a:prstDash val="solid"/>
            <a:miter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8C7B70A1-A813-470C-A829-7CC44559C94F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4614953" y="0"/>
            <a:ext cx="7585924" cy="5949573"/>
          </a:xfrm>
          <a:custGeom>
            <a:avLst/>
            <a:gdLst>
              <a:gd name="connsiteX0" fmla="*/ 6933229 w 7577047"/>
              <a:gd name="connsiteY0" fmla="*/ 0 h 5937736"/>
              <a:gd name="connsiteX1" fmla="*/ 7577047 w 7577047"/>
              <a:gd name="connsiteY1" fmla="*/ 0 h 5937736"/>
              <a:gd name="connsiteX2" fmla="*/ 6304235 w 7577047"/>
              <a:gd name="connsiteY2" fmla="*/ 626666 h 5937736"/>
              <a:gd name="connsiteX3" fmla="*/ 6159164 w 7577047"/>
              <a:gd name="connsiteY3" fmla="*/ 891545 h 5937736"/>
              <a:gd name="connsiteX4" fmla="*/ 6161282 w 7577047"/>
              <a:gd name="connsiteY4" fmla="*/ 898006 h 5937736"/>
              <a:gd name="connsiteX5" fmla="*/ 6459895 w 7577047"/>
              <a:gd name="connsiteY5" fmla="*/ 944306 h 5937736"/>
              <a:gd name="connsiteX6" fmla="*/ 7577047 w 7577047"/>
              <a:gd name="connsiteY6" fmla="*/ 395166 h 5937736"/>
              <a:gd name="connsiteX7" fmla="*/ 7577047 w 7577047"/>
              <a:gd name="connsiteY7" fmla="*/ 3249617 h 5937736"/>
              <a:gd name="connsiteX8" fmla="*/ 2564157 w 7577047"/>
              <a:gd name="connsiteY8" fmla="*/ 5723977 h 5937736"/>
              <a:gd name="connsiteX9" fmla="*/ 233491 w 7577047"/>
              <a:gd name="connsiteY9" fmla="*/ 4932570 h 5937736"/>
              <a:gd name="connsiteX10" fmla="*/ 213372 w 7577047"/>
              <a:gd name="connsiteY10" fmla="*/ 4891653 h 5937736"/>
              <a:gd name="connsiteX11" fmla="*/ 1004379 w 7577047"/>
              <a:gd name="connsiteY11" fmla="*/ 2559423 h 5937736"/>
              <a:gd name="connsiteX12" fmla="*/ 2132121 w 7577047"/>
              <a:gd name="connsiteY12" fmla="*/ 2002747 h 5937736"/>
              <a:gd name="connsiteX13" fmla="*/ 2176595 w 7577047"/>
              <a:gd name="connsiteY13" fmla="*/ 2037202 h 5937736"/>
              <a:gd name="connsiteX14" fmla="*/ 2467796 w 7577047"/>
              <a:gd name="connsiteY14" fmla="*/ 2127649 h 5937736"/>
              <a:gd name="connsiteX15" fmla="*/ 2781234 w 7577047"/>
              <a:gd name="connsiteY15" fmla="*/ 2046893 h 5937736"/>
              <a:gd name="connsiteX0" fmla="*/ 6948025 w 7577047"/>
              <a:gd name="connsiteY0" fmla="*/ 0 h 5949573"/>
              <a:gd name="connsiteX1" fmla="*/ 7577047 w 7577047"/>
              <a:gd name="connsiteY1" fmla="*/ 11837 h 5949573"/>
              <a:gd name="connsiteX2" fmla="*/ 6304235 w 7577047"/>
              <a:gd name="connsiteY2" fmla="*/ 638503 h 5949573"/>
              <a:gd name="connsiteX3" fmla="*/ 6159164 w 7577047"/>
              <a:gd name="connsiteY3" fmla="*/ 903382 h 5949573"/>
              <a:gd name="connsiteX4" fmla="*/ 6161282 w 7577047"/>
              <a:gd name="connsiteY4" fmla="*/ 909843 h 5949573"/>
              <a:gd name="connsiteX5" fmla="*/ 6459895 w 7577047"/>
              <a:gd name="connsiteY5" fmla="*/ 956143 h 5949573"/>
              <a:gd name="connsiteX6" fmla="*/ 7577047 w 7577047"/>
              <a:gd name="connsiteY6" fmla="*/ 407003 h 5949573"/>
              <a:gd name="connsiteX7" fmla="*/ 7577047 w 7577047"/>
              <a:gd name="connsiteY7" fmla="*/ 3261454 h 5949573"/>
              <a:gd name="connsiteX8" fmla="*/ 2564157 w 7577047"/>
              <a:gd name="connsiteY8" fmla="*/ 5735814 h 5949573"/>
              <a:gd name="connsiteX9" fmla="*/ 233491 w 7577047"/>
              <a:gd name="connsiteY9" fmla="*/ 4944407 h 5949573"/>
              <a:gd name="connsiteX10" fmla="*/ 213372 w 7577047"/>
              <a:gd name="connsiteY10" fmla="*/ 4903490 h 5949573"/>
              <a:gd name="connsiteX11" fmla="*/ 1004379 w 7577047"/>
              <a:gd name="connsiteY11" fmla="*/ 2571260 h 5949573"/>
              <a:gd name="connsiteX12" fmla="*/ 2132121 w 7577047"/>
              <a:gd name="connsiteY12" fmla="*/ 2014584 h 5949573"/>
              <a:gd name="connsiteX13" fmla="*/ 2176595 w 7577047"/>
              <a:gd name="connsiteY13" fmla="*/ 2049039 h 5949573"/>
              <a:gd name="connsiteX14" fmla="*/ 2467796 w 7577047"/>
              <a:gd name="connsiteY14" fmla="*/ 2139486 h 5949573"/>
              <a:gd name="connsiteX15" fmla="*/ 2781234 w 7577047"/>
              <a:gd name="connsiteY15" fmla="*/ 2058730 h 5949573"/>
              <a:gd name="connsiteX16" fmla="*/ 6948025 w 7577047"/>
              <a:gd name="connsiteY16" fmla="*/ 0 h 5949573"/>
              <a:gd name="connsiteX0" fmla="*/ 6948025 w 7580006"/>
              <a:gd name="connsiteY0" fmla="*/ 0 h 5949573"/>
              <a:gd name="connsiteX1" fmla="*/ 7580006 w 7580006"/>
              <a:gd name="connsiteY1" fmla="*/ 0 h 5949573"/>
              <a:gd name="connsiteX2" fmla="*/ 6304235 w 7580006"/>
              <a:gd name="connsiteY2" fmla="*/ 638503 h 5949573"/>
              <a:gd name="connsiteX3" fmla="*/ 6159164 w 7580006"/>
              <a:gd name="connsiteY3" fmla="*/ 903382 h 5949573"/>
              <a:gd name="connsiteX4" fmla="*/ 6161282 w 7580006"/>
              <a:gd name="connsiteY4" fmla="*/ 909843 h 5949573"/>
              <a:gd name="connsiteX5" fmla="*/ 6459895 w 7580006"/>
              <a:gd name="connsiteY5" fmla="*/ 956143 h 5949573"/>
              <a:gd name="connsiteX6" fmla="*/ 7577047 w 7580006"/>
              <a:gd name="connsiteY6" fmla="*/ 407003 h 5949573"/>
              <a:gd name="connsiteX7" fmla="*/ 7577047 w 7580006"/>
              <a:gd name="connsiteY7" fmla="*/ 3261454 h 5949573"/>
              <a:gd name="connsiteX8" fmla="*/ 2564157 w 7580006"/>
              <a:gd name="connsiteY8" fmla="*/ 5735814 h 5949573"/>
              <a:gd name="connsiteX9" fmla="*/ 233491 w 7580006"/>
              <a:gd name="connsiteY9" fmla="*/ 4944407 h 5949573"/>
              <a:gd name="connsiteX10" fmla="*/ 213372 w 7580006"/>
              <a:gd name="connsiteY10" fmla="*/ 4903490 h 5949573"/>
              <a:gd name="connsiteX11" fmla="*/ 1004379 w 7580006"/>
              <a:gd name="connsiteY11" fmla="*/ 2571260 h 5949573"/>
              <a:gd name="connsiteX12" fmla="*/ 2132121 w 7580006"/>
              <a:gd name="connsiteY12" fmla="*/ 2014584 h 5949573"/>
              <a:gd name="connsiteX13" fmla="*/ 2176595 w 7580006"/>
              <a:gd name="connsiteY13" fmla="*/ 2049039 h 5949573"/>
              <a:gd name="connsiteX14" fmla="*/ 2467796 w 7580006"/>
              <a:gd name="connsiteY14" fmla="*/ 2139486 h 5949573"/>
              <a:gd name="connsiteX15" fmla="*/ 2781234 w 7580006"/>
              <a:gd name="connsiteY15" fmla="*/ 2058730 h 5949573"/>
              <a:gd name="connsiteX16" fmla="*/ 6948025 w 7580006"/>
              <a:gd name="connsiteY16" fmla="*/ 0 h 5949573"/>
              <a:gd name="connsiteX0" fmla="*/ 6948025 w 7585924"/>
              <a:gd name="connsiteY0" fmla="*/ 0 h 5949573"/>
              <a:gd name="connsiteX1" fmla="*/ 7585924 w 7585924"/>
              <a:gd name="connsiteY1" fmla="*/ 0 h 5949573"/>
              <a:gd name="connsiteX2" fmla="*/ 6304235 w 7585924"/>
              <a:gd name="connsiteY2" fmla="*/ 638503 h 5949573"/>
              <a:gd name="connsiteX3" fmla="*/ 6159164 w 7585924"/>
              <a:gd name="connsiteY3" fmla="*/ 903382 h 5949573"/>
              <a:gd name="connsiteX4" fmla="*/ 6161282 w 7585924"/>
              <a:gd name="connsiteY4" fmla="*/ 909843 h 5949573"/>
              <a:gd name="connsiteX5" fmla="*/ 6459895 w 7585924"/>
              <a:gd name="connsiteY5" fmla="*/ 956143 h 5949573"/>
              <a:gd name="connsiteX6" fmla="*/ 7577047 w 7585924"/>
              <a:gd name="connsiteY6" fmla="*/ 407003 h 5949573"/>
              <a:gd name="connsiteX7" fmla="*/ 7577047 w 7585924"/>
              <a:gd name="connsiteY7" fmla="*/ 3261454 h 5949573"/>
              <a:gd name="connsiteX8" fmla="*/ 2564157 w 7585924"/>
              <a:gd name="connsiteY8" fmla="*/ 5735814 h 5949573"/>
              <a:gd name="connsiteX9" fmla="*/ 233491 w 7585924"/>
              <a:gd name="connsiteY9" fmla="*/ 4944407 h 5949573"/>
              <a:gd name="connsiteX10" fmla="*/ 213372 w 7585924"/>
              <a:gd name="connsiteY10" fmla="*/ 4903490 h 5949573"/>
              <a:gd name="connsiteX11" fmla="*/ 1004379 w 7585924"/>
              <a:gd name="connsiteY11" fmla="*/ 2571260 h 5949573"/>
              <a:gd name="connsiteX12" fmla="*/ 2132121 w 7585924"/>
              <a:gd name="connsiteY12" fmla="*/ 2014584 h 5949573"/>
              <a:gd name="connsiteX13" fmla="*/ 2176595 w 7585924"/>
              <a:gd name="connsiteY13" fmla="*/ 2049039 h 5949573"/>
              <a:gd name="connsiteX14" fmla="*/ 2467796 w 7585924"/>
              <a:gd name="connsiteY14" fmla="*/ 2139486 h 5949573"/>
              <a:gd name="connsiteX15" fmla="*/ 2781234 w 7585924"/>
              <a:gd name="connsiteY15" fmla="*/ 2058730 h 5949573"/>
              <a:gd name="connsiteX16" fmla="*/ 6948025 w 7585924"/>
              <a:gd name="connsiteY16" fmla="*/ 0 h 59495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7585924" h="5949573">
                <a:moveTo>
                  <a:pt x="6948025" y="0"/>
                </a:moveTo>
                <a:lnTo>
                  <a:pt x="7585924" y="0"/>
                </a:lnTo>
                <a:lnTo>
                  <a:pt x="6304235" y="638503"/>
                </a:lnTo>
                <a:cubicBezTo>
                  <a:pt x="6304235" y="638503"/>
                  <a:pt x="6082923" y="747254"/>
                  <a:pt x="6159164" y="903382"/>
                </a:cubicBezTo>
                <a:lnTo>
                  <a:pt x="6161282" y="909843"/>
                </a:lnTo>
                <a:cubicBezTo>
                  <a:pt x="6161282" y="909843"/>
                  <a:pt x="6239641" y="1064894"/>
                  <a:pt x="6459895" y="956143"/>
                </a:cubicBezTo>
                <a:lnTo>
                  <a:pt x="7577047" y="407003"/>
                </a:lnTo>
                <a:lnTo>
                  <a:pt x="7577047" y="3261454"/>
                </a:lnTo>
                <a:lnTo>
                  <a:pt x="2564157" y="5735814"/>
                </a:lnTo>
                <a:cubicBezTo>
                  <a:pt x="1003320" y="6506764"/>
                  <a:pt x="233491" y="4944407"/>
                  <a:pt x="233491" y="4944407"/>
                </a:cubicBezTo>
                <a:lnTo>
                  <a:pt x="213372" y="4903490"/>
                </a:lnTo>
                <a:cubicBezTo>
                  <a:pt x="-556457" y="3341133"/>
                  <a:pt x="1004379" y="2571260"/>
                  <a:pt x="1004379" y="2571260"/>
                </a:cubicBezTo>
                <a:lnTo>
                  <a:pt x="2132121" y="2014584"/>
                </a:lnTo>
                <a:cubicBezTo>
                  <a:pt x="2145886" y="2026428"/>
                  <a:pt x="2160712" y="2038272"/>
                  <a:pt x="2176595" y="2049039"/>
                </a:cubicBezTo>
                <a:cubicBezTo>
                  <a:pt x="2245424" y="2096416"/>
                  <a:pt x="2342844" y="2139486"/>
                  <a:pt x="2467796" y="2139486"/>
                </a:cubicBezTo>
                <a:cubicBezTo>
                  <a:pt x="2557803" y="2139486"/>
                  <a:pt x="2661577" y="2117951"/>
                  <a:pt x="2781234" y="2058730"/>
                </a:cubicBezTo>
                <a:lnTo>
                  <a:pt x="6948025" y="0"/>
                </a:lnTo>
                <a:close/>
              </a:path>
            </a:pathLst>
          </a:custGeom>
          <a:noFill/>
        </p:spPr>
        <p:txBody>
          <a:bodyPr wrap="square" anchor="ctr" anchorCtr="0">
            <a:noAutofit/>
          </a:bodyPr>
          <a:lstStyle>
            <a:lvl1pPr marL="0" indent="0" algn="ctr">
              <a:buNone/>
              <a:defRPr sz="1400"/>
            </a:lvl1pPr>
          </a:lstStyle>
          <a:p>
            <a:r>
              <a:rPr lang="en-US" dirty="0"/>
              <a:t>Click icon to add picture</a:t>
            </a: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668199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s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icture Placeholder 25">
            <a:extLst>
              <a:ext uri="{FF2B5EF4-FFF2-40B4-BE49-F238E27FC236}">
                <a16:creationId xmlns:a16="http://schemas.microsoft.com/office/drawing/2014/main" id="{3C229411-48AD-4A50-B02E-041030F18963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5245189" y="1"/>
            <a:ext cx="6943003" cy="5934621"/>
          </a:xfrm>
          <a:custGeom>
            <a:avLst/>
            <a:gdLst>
              <a:gd name="connsiteX0" fmla="*/ 6940462 w 6943003"/>
              <a:gd name="connsiteY0" fmla="*/ 0 h 5934621"/>
              <a:gd name="connsiteX1" fmla="*/ 6943003 w 6943003"/>
              <a:gd name="connsiteY1" fmla="*/ 0 h 5934621"/>
              <a:gd name="connsiteX2" fmla="*/ 6943003 w 6943003"/>
              <a:gd name="connsiteY2" fmla="*/ 3562350 h 5934621"/>
              <a:gd name="connsiteX3" fmla="*/ 2564043 w 6943003"/>
              <a:gd name="connsiteY3" fmla="*/ 5721350 h 5934621"/>
              <a:gd name="connsiteX4" fmla="*/ 233592 w 6943003"/>
              <a:gd name="connsiteY4" fmla="*/ 4930141 h 5934621"/>
              <a:gd name="connsiteX5" fmla="*/ 213272 w 6943003"/>
              <a:gd name="connsiteY5" fmla="*/ 4889500 h 5934621"/>
              <a:gd name="connsiteX6" fmla="*/ 1004482 w 6943003"/>
              <a:gd name="connsiteY6" fmla="*/ 2559050 h 5934621"/>
              <a:gd name="connsiteX7" fmla="*/ 2136693 w 6943003"/>
              <a:gd name="connsiteY7" fmla="*/ 2000704 h 5934621"/>
              <a:gd name="connsiteX8" fmla="*/ 2183042 w 6943003"/>
              <a:gd name="connsiteY8" fmla="*/ 2039620 h 5934621"/>
              <a:gd name="connsiteX9" fmla="*/ 2473872 w 6943003"/>
              <a:gd name="connsiteY9" fmla="*/ 2129790 h 5934621"/>
              <a:gd name="connsiteX10" fmla="*/ 2787562 w 6943003"/>
              <a:gd name="connsiteY10" fmla="*/ 2048510 h 59346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6943003" h="5934621">
                <a:moveTo>
                  <a:pt x="6940462" y="0"/>
                </a:moveTo>
                <a:lnTo>
                  <a:pt x="6943003" y="0"/>
                </a:lnTo>
                <a:lnTo>
                  <a:pt x="6943003" y="3562350"/>
                </a:lnTo>
                <a:lnTo>
                  <a:pt x="2564043" y="5721350"/>
                </a:lnTo>
                <a:cubicBezTo>
                  <a:pt x="1003212" y="6490971"/>
                  <a:pt x="233592" y="4930141"/>
                  <a:pt x="233592" y="4930141"/>
                </a:cubicBezTo>
                <a:lnTo>
                  <a:pt x="213272" y="4889500"/>
                </a:lnTo>
                <a:cubicBezTo>
                  <a:pt x="-556348" y="3328670"/>
                  <a:pt x="1004482" y="2559050"/>
                  <a:pt x="1004482" y="2559050"/>
                </a:cubicBezTo>
                <a:lnTo>
                  <a:pt x="2136693" y="2000704"/>
                </a:lnTo>
                <a:lnTo>
                  <a:pt x="2183042" y="2039620"/>
                </a:lnTo>
                <a:cubicBezTo>
                  <a:pt x="2251622" y="2086610"/>
                  <a:pt x="2349412" y="2129790"/>
                  <a:pt x="2473872" y="2129790"/>
                </a:cubicBezTo>
                <a:cubicBezTo>
                  <a:pt x="2564042" y="2129790"/>
                  <a:pt x="2668182" y="2108200"/>
                  <a:pt x="2787562" y="2048510"/>
                </a:cubicBezTo>
                <a:close/>
              </a:path>
            </a:pathLst>
          </a:custGeom>
        </p:spPr>
        <p:txBody>
          <a:bodyPr wrap="square" anchor="ctr" anchorCtr="0">
            <a:noAutofit/>
          </a:bodyPr>
          <a:lstStyle>
            <a:lvl1pPr marL="0" indent="0" algn="ctr">
              <a:buNone/>
              <a:defRPr sz="1400"/>
            </a:lvl1pPr>
          </a:lstStyle>
          <a:p>
            <a:r>
              <a:rPr lang="en-US" dirty="0"/>
              <a:t>Click icon to add picture</a:t>
            </a:r>
            <a:endParaRPr lang="ru-RU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99AD403-A15F-4A2F-B050-AB874136E73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14944" y="453050"/>
            <a:ext cx="10515600" cy="1325563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THANK YOU!</a:t>
            </a:r>
            <a:endParaRPr lang="ru-RU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F9E3EED1-7BB3-4B75-BCA9-1C1223740B3C}"/>
              </a:ext>
            </a:extLst>
          </p:cNvPr>
          <p:cNvSpPr/>
          <p:nvPr/>
        </p:nvSpPr>
        <p:spPr>
          <a:xfrm>
            <a:off x="8704586" y="5422906"/>
            <a:ext cx="736600" cy="736600"/>
          </a:xfrm>
          <a:custGeom>
            <a:avLst/>
            <a:gdLst>
              <a:gd name="connsiteX0" fmla="*/ 372104 w 736600"/>
              <a:gd name="connsiteY0" fmla="*/ 731514 h 736600"/>
              <a:gd name="connsiteX1" fmla="*/ 731514 w 736600"/>
              <a:gd name="connsiteY1" fmla="*/ 372104 h 736600"/>
              <a:gd name="connsiteX2" fmla="*/ 372104 w 736600"/>
              <a:gd name="connsiteY2" fmla="*/ 12694 h 736600"/>
              <a:gd name="connsiteX3" fmla="*/ 12694 w 736600"/>
              <a:gd name="connsiteY3" fmla="*/ 372104 h 736600"/>
              <a:gd name="connsiteX4" fmla="*/ 372104 w 736600"/>
              <a:gd name="connsiteY4" fmla="*/ 731514 h 736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36600" h="736600">
                <a:moveTo>
                  <a:pt x="372104" y="731514"/>
                </a:moveTo>
                <a:cubicBezTo>
                  <a:pt x="570224" y="731514"/>
                  <a:pt x="731514" y="570224"/>
                  <a:pt x="731514" y="372104"/>
                </a:cubicBezTo>
                <a:cubicBezTo>
                  <a:pt x="731514" y="173984"/>
                  <a:pt x="570224" y="12694"/>
                  <a:pt x="372104" y="12694"/>
                </a:cubicBezTo>
                <a:cubicBezTo>
                  <a:pt x="173984" y="12694"/>
                  <a:pt x="12694" y="173984"/>
                  <a:pt x="12694" y="372104"/>
                </a:cubicBezTo>
                <a:cubicBezTo>
                  <a:pt x="12694" y="570224"/>
                  <a:pt x="173984" y="731514"/>
                  <a:pt x="372104" y="731514"/>
                </a:cubicBezTo>
              </a:path>
            </a:pathLst>
          </a:custGeom>
          <a:solidFill>
            <a:schemeClr val="accent1"/>
          </a:solidFill>
          <a:ln w="12694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29016A5F-A55B-4605-B66C-5C6E2BF4919F}"/>
              </a:ext>
            </a:extLst>
          </p:cNvPr>
          <p:cNvSpPr/>
          <p:nvPr/>
        </p:nvSpPr>
        <p:spPr>
          <a:xfrm>
            <a:off x="9659429" y="3776986"/>
            <a:ext cx="2540000" cy="2628900"/>
          </a:xfrm>
          <a:custGeom>
            <a:avLst/>
            <a:gdLst>
              <a:gd name="connsiteX0" fmla="*/ 2528761 w 2540000"/>
              <a:gd name="connsiteY0" fmla="*/ 12694 h 2628900"/>
              <a:gd name="connsiteX1" fmla="*/ 487871 w 2540000"/>
              <a:gd name="connsiteY1" fmla="*/ 1018534 h 2628900"/>
              <a:gd name="connsiteX2" fmla="*/ 113221 w 2540000"/>
              <a:gd name="connsiteY2" fmla="*/ 2120894 h 2628900"/>
              <a:gd name="connsiteX3" fmla="*/ 127191 w 2540000"/>
              <a:gd name="connsiteY3" fmla="*/ 2148834 h 2628900"/>
              <a:gd name="connsiteX4" fmla="*/ 1229551 w 2540000"/>
              <a:gd name="connsiteY4" fmla="*/ 2523484 h 2628900"/>
              <a:gd name="connsiteX5" fmla="*/ 2528761 w 2540000"/>
              <a:gd name="connsiteY5" fmla="*/ 1883404 h 2628900"/>
              <a:gd name="connsiteX6" fmla="*/ 2528761 w 2540000"/>
              <a:gd name="connsiteY6" fmla="*/ 12694 h 2628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540000" h="2628900">
                <a:moveTo>
                  <a:pt x="2528761" y="12694"/>
                </a:moveTo>
                <a:lnTo>
                  <a:pt x="487871" y="1018534"/>
                </a:lnTo>
                <a:cubicBezTo>
                  <a:pt x="487871" y="1018534"/>
                  <a:pt x="-249999" y="1383024"/>
                  <a:pt x="113221" y="2120894"/>
                </a:cubicBezTo>
                <a:lnTo>
                  <a:pt x="127191" y="2148834"/>
                </a:lnTo>
                <a:cubicBezTo>
                  <a:pt x="127191" y="2148834"/>
                  <a:pt x="491681" y="2886705"/>
                  <a:pt x="1229551" y="2523484"/>
                </a:cubicBezTo>
                <a:lnTo>
                  <a:pt x="2528761" y="1883404"/>
                </a:lnTo>
                <a:lnTo>
                  <a:pt x="2528761" y="12694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 w="12694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  <p:sp>
        <p:nvSpPr>
          <p:cNvPr id="19" name="Text Placeholder 26">
            <a:extLst>
              <a:ext uri="{FF2B5EF4-FFF2-40B4-BE49-F238E27FC236}">
                <a16:creationId xmlns:a16="http://schemas.microsoft.com/office/drawing/2014/main" id="{9DBE4B29-4897-4A3A-B883-A887BCDA371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24420" y="3955665"/>
            <a:ext cx="4367531" cy="524711"/>
          </a:xfrm>
        </p:spPr>
        <p:txBody>
          <a:bodyPr>
            <a:noAutofit/>
          </a:bodyPr>
          <a:lstStyle>
            <a:lvl1pPr marL="0" indent="0" algn="l">
              <a:buNone/>
              <a:defRPr sz="2800" b="1" i="0"/>
            </a:lvl1pPr>
            <a:lvl2pPr marL="457200" indent="0">
              <a:buNone/>
              <a:defRPr sz="1800" b="1" i="1"/>
            </a:lvl2pPr>
            <a:lvl3pPr marL="914400" indent="0">
              <a:buNone/>
              <a:defRPr sz="1800" b="1" i="1"/>
            </a:lvl3pPr>
            <a:lvl4pPr marL="1371600" indent="0">
              <a:buNone/>
              <a:defRPr sz="1800" b="1" i="1"/>
            </a:lvl4pPr>
            <a:lvl5pPr marL="1828800" indent="0">
              <a:buNone/>
              <a:defRPr sz="1800" b="1" i="1"/>
            </a:lvl5pPr>
          </a:lstStyle>
          <a:p>
            <a:pPr lvl="0"/>
            <a:r>
              <a:rPr lang="en-US" dirty="0"/>
              <a:t>August Bergqvist</a:t>
            </a:r>
          </a:p>
        </p:txBody>
      </p:sp>
      <p:sp>
        <p:nvSpPr>
          <p:cNvPr id="20" name="Text Placeholder 26">
            <a:extLst>
              <a:ext uri="{FF2B5EF4-FFF2-40B4-BE49-F238E27FC236}">
                <a16:creationId xmlns:a16="http://schemas.microsoft.com/office/drawing/2014/main" id="{0EF4532A-9AB5-4545-A83D-BD0E3963572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24420" y="4633361"/>
            <a:ext cx="4367531" cy="365125"/>
          </a:xfrm>
        </p:spPr>
        <p:txBody>
          <a:bodyPr>
            <a:noAutofit/>
          </a:bodyPr>
          <a:lstStyle>
            <a:lvl1pPr marL="0" indent="0" algn="l">
              <a:buNone/>
              <a:defRPr sz="1800" b="1" i="0"/>
            </a:lvl1pPr>
            <a:lvl2pPr marL="457200" indent="0">
              <a:buNone/>
              <a:defRPr sz="1800" b="1" i="1"/>
            </a:lvl2pPr>
            <a:lvl3pPr marL="914400" indent="0">
              <a:buNone/>
              <a:defRPr sz="1800" b="1" i="1"/>
            </a:lvl3pPr>
            <a:lvl4pPr marL="1371600" indent="0">
              <a:buNone/>
              <a:defRPr sz="1800" b="1" i="1"/>
            </a:lvl4pPr>
            <a:lvl5pPr marL="1828800" indent="0">
              <a:buNone/>
              <a:defRPr sz="1800" b="1" i="1"/>
            </a:lvl5pPr>
          </a:lstStyle>
          <a:p>
            <a:pPr lvl="0"/>
            <a:r>
              <a:rPr lang="en-US" dirty="0"/>
              <a:t>Phone:</a:t>
            </a:r>
          </a:p>
        </p:txBody>
      </p:sp>
      <p:sp>
        <p:nvSpPr>
          <p:cNvPr id="21" name="Text Placeholder 26">
            <a:extLst>
              <a:ext uri="{FF2B5EF4-FFF2-40B4-BE49-F238E27FC236}">
                <a16:creationId xmlns:a16="http://schemas.microsoft.com/office/drawing/2014/main" id="{D579A1F5-9180-47FE-A31B-4E37384383C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24420" y="4892976"/>
            <a:ext cx="4367531" cy="365125"/>
          </a:xfrm>
        </p:spPr>
        <p:txBody>
          <a:bodyPr>
            <a:noAutofit/>
          </a:bodyPr>
          <a:lstStyle>
            <a:lvl1pPr marL="0" indent="0" algn="l">
              <a:buNone/>
              <a:defRPr sz="2500" b="1" i="0">
                <a:solidFill>
                  <a:schemeClr val="accent3"/>
                </a:solidFill>
                <a:latin typeface="+mj-lt"/>
              </a:defRPr>
            </a:lvl1pPr>
            <a:lvl2pPr marL="457200" indent="0">
              <a:buNone/>
              <a:defRPr sz="1800" b="1" i="1"/>
            </a:lvl2pPr>
            <a:lvl3pPr marL="914400" indent="0">
              <a:buNone/>
              <a:defRPr sz="1800" b="1" i="1"/>
            </a:lvl3pPr>
            <a:lvl4pPr marL="1371600" indent="0">
              <a:buNone/>
              <a:defRPr sz="1800" b="1" i="1"/>
            </a:lvl4pPr>
            <a:lvl5pPr marL="1828800" indent="0">
              <a:buNone/>
              <a:defRPr sz="1800" b="1" i="1"/>
            </a:lvl5pPr>
          </a:lstStyle>
          <a:p>
            <a:pPr lvl="0"/>
            <a:r>
              <a:rPr lang="en-US" dirty="0"/>
              <a:t>678 555-0128</a:t>
            </a:r>
          </a:p>
        </p:txBody>
      </p:sp>
      <p:sp>
        <p:nvSpPr>
          <p:cNvPr id="22" name="Text Placeholder 26">
            <a:extLst>
              <a:ext uri="{FF2B5EF4-FFF2-40B4-BE49-F238E27FC236}">
                <a16:creationId xmlns:a16="http://schemas.microsoft.com/office/drawing/2014/main" id="{71BBF4E8-67FF-4A65-9EC1-AE832CEBE85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24420" y="5334299"/>
            <a:ext cx="4367531" cy="365125"/>
          </a:xfrm>
        </p:spPr>
        <p:txBody>
          <a:bodyPr>
            <a:noAutofit/>
          </a:bodyPr>
          <a:lstStyle>
            <a:lvl1pPr marL="0" indent="0" algn="l">
              <a:buNone/>
              <a:defRPr sz="1800" b="1" i="0"/>
            </a:lvl1pPr>
            <a:lvl2pPr marL="457200" indent="0">
              <a:buNone/>
              <a:defRPr sz="1800" b="1" i="1"/>
            </a:lvl2pPr>
            <a:lvl3pPr marL="914400" indent="0">
              <a:buNone/>
              <a:defRPr sz="1800" b="1" i="1"/>
            </a:lvl3pPr>
            <a:lvl4pPr marL="1371600" indent="0">
              <a:buNone/>
              <a:defRPr sz="1800" b="1" i="1"/>
            </a:lvl4pPr>
            <a:lvl5pPr marL="1828800" indent="0">
              <a:buNone/>
              <a:defRPr sz="1800" b="1" i="1"/>
            </a:lvl5pPr>
          </a:lstStyle>
          <a:p>
            <a:pPr lvl="0"/>
            <a:r>
              <a:rPr lang="en-US" dirty="0"/>
              <a:t>Email:</a:t>
            </a:r>
          </a:p>
        </p:txBody>
      </p:sp>
      <p:sp>
        <p:nvSpPr>
          <p:cNvPr id="23" name="Text Placeholder 26">
            <a:extLst>
              <a:ext uri="{FF2B5EF4-FFF2-40B4-BE49-F238E27FC236}">
                <a16:creationId xmlns:a16="http://schemas.microsoft.com/office/drawing/2014/main" id="{5BB088E3-63C1-423F-A939-150B8E1F87A7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24420" y="5593914"/>
            <a:ext cx="4367531" cy="365125"/>
          </a:xfrm>
        </p:spPr>
        <p:txBody>
          <a:bodyPr>
            <a:noAutofit/>
          </a:bodyPr>
          <a:lstStyle>
            <a:lvl1pPr marL="0" indent="0" algn="l">
              <a:buNone/>
              <a:defRPr sz="2500" b="1" i="0">
                <a:solidFill>
                  <a:schemeClr val="accent3"/>
                </a:solidFill>
                <a:latin typeface="+mj-lt"/>
              </a:defRPr>
            </a:lvl1pPr>
            <a:lvl2pPr marL="457200" indent="0">
              <a:buNone/>
              <a:defRPr sz="1800" b="1" i="1"/>
            </a:lvl2pPr>
            <a:lvl3pPr marL="914400" indent="0">
              <a:buNone/>
              <a:defRPr sz="1800" b="1" i="1"/>
            </a:lvl3pPr>
            <a:lvl4pPr marL="1371600" indent="0">
              <a:buNone/>
              <a:defRPr sz="1800" b="1" i="1"/>
            </a:lvl4pPr>
            <a:lvl5pPr marL="1828800" indent="0">
              <a:buNone/>
              <a:defRPr sz="1800" b="1" i="1"/>
            </a:lvl5pPr>
          </a:lstStyle>
          <a:p>
            <a:pPr lvl="0"/>
            <a:r>
              <a:rPr lang="en-US" dirty="0"/>
              <a:t>BERGQVIST@EXAMPLE.COM</a:t>
            </a:r>
          </a:p>
        </p:txBody>
      </p:sp>
      <p:sp>
        <p:nvSpPr>
          <p:cNvPr id="3" name="Graphic 23">
            <a:extLst>
              <a:ext uri="{FF2B5EF4-FFF2-40B4-BE49-F238E27FC236}">
                <a16:creationId xmlns:a16="http://schemas.microsoft.com/office/drawing/2014/main" id="{7E62A657-0B76-4081-A698-3C47F1AFC78E}"/>
              </a:ext>
            </a:extLst>
          </p:cNvPr>
          <p:cNvSpPr/>
          <p:nvPr/>
        </p:nvSpPr>
        <p:spPr>
          <a:xfrm>
            <a:off x="900978" y="1561556"/>
            <a:ext cx="2973890" cy="165305"/>
          </a:xfrm>
          <a:custGeom>
            <a:avLst/>
            <a:gdLst>
              <a:gd name="connsiteX0" fmla="*/ 2914974 w 2973890"/>
              <a:gd name="connsiteY0" fmla="*/ 159367 h 165304"/>
              <a:gd name="connsiteX1" fmla="*/ 70199 w 2973890"/>
              <a:gd name="connsiteY1" fmla="*/ 159367 h 165304"/>
              <a:gd name="connsiteX2" fmla="*/ 8816 w 2973890"/>
              <a:gd name="connsiteY2" fmla="*/ 84344 h 165304"/>
              <a:gd name="connsiteX3" fmla="*/ 8816 w 2973890"/>
              <a:gd name="connsiteY3" fmla="*/ 84344 h 165304"/>
              <a:gd name="connsiteX4" fmla="*/ 70199 w 2973890"/>
              <a:gd name="connsiteY4" fmla="*/ 10593 h 165304"/>
              <a:gd name="connsiteX5" fmla="*/ 2913916 w 2973890"/>
              <a:gd name="connsiteY5" fmla="*/ 10593 h 165304"/>
              <a:gd name="connsiteX6" fmla="*/ 2975298 w 2973890"/>
              <a:gd name="connsiteY6" fmla="*/ 84344 h 165304"/>
              <a:gd name="connsiteX7" fmla="*/ 2975298 w 2973890"/>
              <a:gd name="connsiteY7" fmla="*/ 84344 h 165304"/>
              <a:gd name="connsiteX8" fmla="*/ 2914974 w 2973890"/>
              <a:gd name="connsiteY8" fmla="*/ 159367 h 165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973890" h="165304">
                <a:moveTo>
                  <a:pt x="2914974" y="159367"/>
                </a:moveTo>
                <a:lnTo>
                  <a:pt x="70199" y="159367"/>
                </a:lnTo>
                <a:cubicBezTo>
                  <a:pt x="36333" y="159367"/>
                  <a:pt x="8816" y="125034"/>
                  <a:pt x="8816" y="84344"/>
                </a:cubicBezTo>
                <a:lnTo>
                  <a:pt x="8816" y="84344"/>
                </a:lnTo>
                <a:cubicBezTo>
                  <a:pt x="8816" y="43654"/>
                  <a:pt x="36333" y="10593"/>
                  <a:pt x="70199" y="10593"/>
                </a:cubicBezTo>
                <a:lnTo>
                  <a:pt x="2913916" y="10593"/>
                </a:lnTo>
                <a:cubicBezTo>
                  <a:pt x="2947782" y="10593"/>
                  <a:pt x="2975298" y="43654"/>
                  <a:pt x="2975298" y="84344"/>
                </a:cubicBezTo>
                <a:lnTo>
                  <a:pt x="2975298" y="84344"/>
                </a:lnTo>
                <a:cubicBezTo>
                  <a:pt x="2976357" y="125034"/>
                  <a:pt x="2948840" y="159367"/>
                  <a:pt x="2914974" y="159367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3"/>
              </a:gs>
            </a:gsLst>
            <a:lin ang="0" scaled="1"/>
          </a:gradFill>
          <a:ln w="10580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C51D0359-A547-4B21-8850-06B9F1CDF9CE}"/>
              </a:ext>
            </a:extLst>
          </p:cNvPr>
          <p:cNvSpPr/>
          <p:nvPr userDrawn="1"/>
        </p:nvSpPr>
        <p:spPr>
          <a:xfrm>
            <a:off x="7172412" y="-12694"/>
            <a:ext cx="4978400" cy="2133600"/>
          </a:xfrm>
          <a:custGeom>
            <a:avLst/>
            <a:gdLst>
              <a:gd name="connsiteX0" fmla="*/ 2517688 w 4978400"/>
              <a:gd name="connsiteY0" fmla="*/ 12694 h 2133600"/>
              <a:gd name="connsiteX1" fmla="*/ 371388 w 4978400"/>
              <a:gd name="connsiteY1" fmla="*/ 1070604 h 2133600"/>
              <a:gd name="connsiteX2" fmla="*/ 72938 w 4978400"/>
              <a:gd name="connsiteY2" fmla="*/ 1812284 h 2133600"/>
              <a:gd name="connsiteX3" fmla="*/ 81828 w 4978400"/>
              <a:gd name="connsiteY3" fmla="*/ 1830064 h 2133600"/>
              <a:gd name="connsiteX4" fmla="*/ 851448 w 4978400"/>
              <a:gd name="connsiteY4" fmla="*/ 2044694 h 2133600"/>
              <a:gd name="connsiteX5" fmla="*/ 4970058 w 4978400"/>
              <a:gd name="connsiteY5" fmla="*/ 12694 h 2133600"/>
              <a:gd name="connsiteX6" fmla="*/ 2517688 w 4978400"/>
              <a:gd name="connsiteY6" fmla="*/ 12694 h 2133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978400" h="2133600">
                <a:moveTo>
                  <a:pt x="2517688" y="12694"/>
                </a:moveTo>
                <a:lnTo>
                  <a:pt x="371388" y="1070604"/>
                </a:lnTo>
                <a:cubicBezTo>
                  <a:pt x="371388" y="1070604"/>
                  <a:pt x="-163282" y="1334764"/>
                  <a:pt x="72938" y="1812284"/>
                </a:cubicBezTo>
                <a:lnTo>
                  <a:pt x="81828" y="1830064"/>
                </a:lnTo>
                <a:cubicBezTo>
                  <a:pt x="81828" y="1830064"/>
                  <a:pt x="316778" y="2307584"/>
                  <a:pt x="851448" y="2044694"/>
                </a:cubicBezTo>
                <a:lnTo>
                  <a:pt x="4970058" y="12694"/>
                </a:lnTo>
                <a:lnTo>
                  <a:pt x="2517688" y="12694"/>
                </a:lnTo>
                <a:close/>
              </a:path>
            </a:pathLst>
          </a:custGeom>
          <a:solidFill>
            <a:schemeClr val="accent1"/>
          </a:solidFill>
          <a:ln w="12694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1593748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Oval 47">
            <a:extLst>
              <a:ext uri="{FF2B5EF4-FFF2-40B4-BE49-F238E27FC236}">
                <a16:creationId xmlns:a16="http://schemas.microsoft.com/office/drawing/2014/main" id="{2F290D8B-987A-4555-890C-F3CD026BF7BF}"/>
              </a:ext>
            </a:extLst>
          </p:cNvPr>
          <p:cNvSpPr/>
          <p:nvPr userDrawn="1"/>
        </p:nvSpPr>
        <p:spPr>
          <a:xfrm>
            <a:off x="10893420" y="6362592"/>
            <a:ext cx="385200" cy="3852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49" name="Graphic 12">
            <a:extLst>
              <a:ext uri="{FF2B5EF4-FFF2-40B4-BE49-F238E27FC236}">
                <a16:creationId xmlns:a16="http://schemas.microsoft.com/office/drawing/2014/main" id="{6139C5E6-5A04-4458-8EF9-628BFBA73A92}"/>
              </a:ext>
            </a:extLst>
          </p:cNvPr>
          <p:cNvSpPr/>
          <p:nvPr userDrawn="1"/>
        </p:nvSpPr>
        <p:spPr>
          <a:xfrm>
            <a:off x="11334292" y="6333721"/>
            <a:ext cx="870509" cy="409651"/>
          </a:xfrm>
          <a:custGeom>
            <a:avLst/>
            <a:gdLst>
              <a:gd name="connsiteX0" fmla="*/ 203546 w 870509"/>
              <a:gd name="connsiteY0" fmla="*/ 400690 h 409651"/>
              <a:gd name="connsiteX1" fmla="*/ 860268 w 870509"/>
              <a:gd name="connsiteY1" fmla="*/ 400690 h 409651"/>
              <a:gd name="connsiteX2" fmla="*/ 860268 w 870509"/>
              <a:gd name="connsiteY2" fmla="*/ 12802 h 409651"/>
              <a:gd name="connsiteX3" fmla="*/ 203546 w 870509"/>
              <a:gd name="connsiteY3" fmla="*/ 12802 h 409651"/>
              <a:gd name="connsiteX4" fmla="*/ 12802 w 870509"/>
              <a:gd name="connsiteY4" fmla="*/ 203545 h 409651"/>
              <a:gd name="connsiteX5" fmla="*/ 12802 w 870509"/>
              <a:gd name="connsiteY5" fmla="*/ 211226 h 409651"/>
              <a:gd name="connsiteX6" fmla="*/ 203546 w 870509"/>
              <a:gd name="connsiteY6" fmla="*/ 400690 h 4096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870509" h="409651">
                <a:moveTo>
                  <a:pt x="203546" y="400690"/>
                </a:moveTo>
                <a:lnTo>
                  <a:pt x="860268" y="400690"/>
                </a:lnTo>
                <a:lnTo>
                  <a:pt x="860268" y="12802"/>
                </a:lnTo>
                <a:lnTo>
                  <a:pt x="203546" y="12802"/>
                </a:lnTo>
                <a:cubicBezTo>
                  <a:pt x="203546" y="12802"/>
                  <a:pt x="12802" y="12802"/>
                  <a:pt x="12802" y="203545"/>
                </a:cubicBezTo>
                <a:lnTo>
                  <a:pt x="12802" y="211226"/>
                </a:lnTo>
                <a:cubicBezTo>
                  <a:pt x="12802" y="209946"/>
                  <a:pt x="12802" y="400690"/>
                  <a:pt x="203546" y="400690"/>
                </a:cubicBezTo>
                <a:close/>
              </a:path>
            </a:pathLst>
          </a:custGeom>
          <a:solidFill>
            <a:schemeClr val="accent1">
              <a:lumMod val="50000"/>
            </a:schemeClr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6603C1-6E1A-4E4B-9555-31D84B6BDA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04358" y="6362729"/>
            <a:ext cx="549442" cy="365125"/>
          </a:xfrm>
        </p:spPr>
        <p:txBody>
          <a:bodyPr/>
          <a:lstStyle/>
          <a:p>
            <a:fld id="{D495E168-DA5E-4888-8D8A-92B118324C14}" type="slidenum">
              <a:rPr lang="ru-RU" smtClean="0"/>
              <a:t>‹#›</a:t>
            </a:fld>
            <a:endParaRPr lang="ru-RU" dirty="0"/>
          </a:p>
        </p:txBody>
      </p:sp>
      <p:grpSp>
        <p:nvGrpSpPr>
          <p:cNvPr id="41" name="Graphic 39">
            <a:extLst>
              <a:ext uri="{FF2B5EF4-FFF2-40B4-BE49-F238E27FC236}">
                <a16:creationId xmlns:a16="http://schemas.microsoft.com/office/drawing/2014/main" id="{1D75FFD8-3F66-48B3-BB01-D4B8A9496851}"/>
              </a:ext>
            </a:extLst>
          </p:cNvPr>
          <p:cNvGrpSpPr/>
          <p:nvPr userDrawn="1"/>
        </p:nvGrpSpPr>
        <p:grpSpPr>
          <a:xfrm>
            <a:off x="10893420" y="0"/>
            <a:ext cx="1303732" cy="978794"/>
            <a:chOff x="10003200" y="0"/>
            <a:chExt cx="2188800" cy="1933794"/>
          </a:xfrm>
        </p:grpSpPr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9BA0EC60-510D-41EF-AFE6-E4E6BD83F8C9}"/>
                </a:ext>
              </a:extLst>
            </p:cNvPr>
            <p:cNvSpPr/>
            <p:nvPr/>
          </p:nvSpPr>
          <p:spPr>
            <a:xfrm>
              <a:off x="10712341" y="-7969"/>
              <a:ext cx="1466283" cy="1009398"/>
            </a:xfrm>
            <a:custGeom>
              <a:avLst/>
              <a:gdLst>
                <a:gd name="connsiteX0" fmla="*/ 1467972 w 1466283"/>
                <a:gd name="connsiteY0" fmla="*/ 752798 h 1009397"/>
                <a:gd name="connsiteX1" fmla="*/ 1221466 w 1466283"/>
                <a:gd name="connsiteY1" fmla="*/ 871801 h 1009397"/>
                <a:gd name="connsiteX2" fmla="*/ 425635 w 1466283"/>
                <a:gd name="connsiteY2" fmla="*/ 821862 h 1009397"/>
                <a:gd name="connsiteX3" fmla="*/ 158942 w 1466283"/>
                <a:gd name="connsiteY3" fmla="*/ 510543 h 1009397"/>
                <a:gd name="connsiteX4" fmla="*/ 145129 w 1466283"/>
                <a:gd name="connsiteY4" fmla="*/ 482917 h 1009397"/>
                <a:gd name="connsiteX5" fmla="*/ 52689 w 1466283"/>
                <a:gd name="connsiteY5" fmla="*/ 7969 h 1009397"/>
                <a:gd name="connsiteX6" fmla="*/ 14439 w 1466283"/>
                <a:gd name="connsiteY6" fmla="*/ 7969 h 1009397"/>
                <a:gd name="connsiteX7" fmla="*/ 111128 w 1466283"/>
                <a:gd name="connsiteY7" fmla="*/ 499918 h 1009397"/>
                <a:gd name="connsiteX8" fmla="*/ 124941 w 1466283"/>
                <a:gd name="connsiteY8" fmla="*/ 527543 h 1009397"/>
                <a:gd name="connsiteX9" fmla="*/ 402260 w 1466283"/>
                <a:gd name="connsiteY9" fmla="*/ 851613 h 1009397"/>
                <a:gd name="connsiteX10" fmla="*/ 845333 w 1466283"/>
                <a:gd name="connsiteY10" fmla="*/ 1004617 h 1009397"/>
                <a:gd name="connsiteX11" fmla="*/ 1238467 w 1466283"/>
                <a:gd name="connsiteY11" fmla="*/ 906864 h 1009397"/>
                <a:gd name="connsiteX12" fmla="*/ 1467972 w 1466283"/>
                <a:gd name="connsiteY12" fmla="*/ 795299 h 1009397"/>
                <a:gd name="connsiteX13" fmla="*/ 1467972 w 1466283"/>
                <a:gd name="connsiteY13" fmla="*/ 752798 h 1009397"/>
                <a:gd name="connsiteX14" fmla="*/ 1467972 w 1466283"/>
                <a:gd name="connsiteY14" fmla="*/ 752798 h 1009397"/>
                <a:gd name="connsiteX15" fmla="*/ 1467972 w 1466283"/>
                <a:gd name="connsiteY15" fmla="*/ 752798 h 10093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466283" h="1009397">
                  <a:moveTo>
                    <a:pt x="1467972" y="752798"/>
                  </a:moveTo>
                  <a:lnTo>
                    <a:pt x="1221466" y="871801"/>
                  </a:lnTo>
                  <a:cubicBezTo>
                    <a:pt x="928209" y="1015242"/>
                    <a:pt x="660453" y="997179"/>
                    <a:pt x="425635" y="821862"/>
                  </a:cubicBezTo>
                  <a:cubicBezTo>
                    <a:pt x="250319" y="689047"/>
                    <a:pt x="158942" y="512668"/>
                    <a:pt x="158942" y="510543"/>
                  </a:cubicBezTo>
                  <a:lnTo>
                    <a:pt x="145129" y="482917"/>
                  </a:lnTo>
                  <a:cubicBezTo>
                    <a:pt x="61190" y="315038"/>
                    <a:pt x="29314" y="155660"/>
                    <a:pt x="52689" y="7969"/>
                  </a:cubicBezTo>
                  <a:lnTo>
                    <a:pt x="14439" y="7969"/>
                  </a:lnTo>
                  <a:cubicBezTo>
                    <a:pt x="-6812" y="163097"/>
                    <a:pt x="24001" y="327789"/>
                    <a:pt x="111128" y="499918"/>
                  </a:cubicBezTo>
                  <a:lnTo>
                    <a:pt x="124941" y="527543"/>
                  </a:lnTo>
                  <a:cubicBezTo>
                    <a:pt x="129191" y="534981"/>
                    <a:pt x="219506" y="714548"/>
                    <a:pt x="402260" y="851613"/>
                  </a:cubicBezTo>
                  <a:cubicBezTo>
                    <a:pt x="508512" y="931302"/>
                    <a:pt x="656203" y="1004617"/>
                    <a:pt x="845333" y="1004617"/>
                  </a:cubicBezTo>
                  <a:cubicBezTo>
                    <a:pt x="961148" y="1004617"/>
                    <a:pt x="1091838" y="976991"/>
                    <a:pt x="1238467" y="906864"/>
                  </a:cubicBezTo>
                  <a:lnTo>
                    <a:pt x="1467972" y="795299"/>
                  </a:lnTo>
                  <a:lnTo>
                    <a:pt x="1467972" y="752798"/>
                  </a:lnTo>
                  <a:lnTo>
                    <a:pt x="1467972" y="752798"/>
                  </a:lnTo>
                  <a:lnTo>
                    <a:pt x="1467972" y="752798"/>
                  </a:ln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0162C508-E081-418C-A19D-15A59388C43A}"/>
                </a:ext>
              </a:extLst>
            </p:cNvPr>
            <p:cNvSpPr/>
            <p:nvPr/>
          </p:nvSpPr>
          <p:spPr>
            <a:xfrm>
              <a:off x="10014209" y="321414"/>
              <a:ext cx="2178175" cy="1593786"/>
            </a:xfrm>
            <a:custGeom>
              <a:avLst/>
              <a:gdLst>
                <a:gd name="connsiteX0" fmla="*/ 231247 w 2178174"/>
                <a:gd name="connsiteY0" fmla="*/ 950428 h 1593786"/>
                <a:gd name="connsiteX1" fmla="*/ 45305 w 2178174"/>
                <a:gd name="connsiteY1" fmla="*/ 1404126 h 1593786"/>
                <a:gd name="connsiteX2" fmla="*/ 50617 w 2178174"/>
                <a:gd name="connsiteY2" fmla="*/ 1415814 h 1593786"/>
                <a:gd name="connsiteX3" fmla="*/ 529816 w 2178174"/>
                <a:gd name="connsiteY3" fmla="*/ 1547566 h 1593786"/>
                <a:gd name="connsiteX4" fmla="*/ 2173541 w 2178174"/>
                <a:gd name="connsiteY4" fmla="*/ 749611 h 1593786"/>
                <a:gd name="connsiteX5" fmla="*/ 2173541 w 2178174"/>
                <a:gd name="connsiteY5" fmla="*/ 7969 h 1593786"/>
                <a:gd name="connsiteX6" fmla="*/ 231247 w 2178174"/>
                <a:gd name="connsiteY6" fmla="*/ 950428 h 15937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178174" h="1593786">
                  <a:moveTo>
                    <a:pt x="231247" y="950428"/>
                  </a:moveTo>
                  <a:cubicBezTo>
                    <a:pt x="231247" y="950428"/>
                    <a:pt x="-101324" y="1111932"/>
                    <a:pt x="45305" y="1404126"/>
                  </a:cubicBezTo>
                  <a:lnTo>
                    <a:pt x="50617" y="1415814"/>
                  </a:lnTo>
                  <a:cubicBezTo>
                    <a:pt x="50617" y="1415814"/>
                    <a:pt x="197246" y="1708008"/>
                    <a:pt x="529816" y="1547566"/>
                  </a:cubicBezTo>
                  <a:lnTo>
                    <a:pt x="2173541" y="749611"/>
                  </a:lnTo>
                  <a:lnTo>
                    <a:pt x="2173541" y="7969"/>
                  </a:lnTo>
                  <a:lnTo>
                    <a:pt x="231247" y="950428"/>
                  </a:lnTo>
                  <a:close/>
                </a:path>
              </a:pathLst>
            </a:custGeom>
            <a:solidFill>
              <a:schemeClr val="accent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2A710D7D-FC65-4BF6-BDA4-E59B01AD6FBC}"/>
                </a:ext>
              </a:extLst>
            </p:cNvPr>
            <p:cNvSpPr/>
            <p:nvPr/>
          </p:nvSpPr>
          <p:spPr>
            <a:xfrm>
              <a:off x="10732016" y="-7969"/>
              <a:ext cx="1455658" cy="839394"/>
            </a:xfrm>
            <a:custGeom>
              <a:avLst/>
              <a:gdLst>
                <a:gd name="connsiteX0" fmla="*/ 123329 w 1455658"/>
                <a:gd name="connsiteY0" fmla="*/ 521168 h 839394"/>
                <a:gd name="connsiteX1" fmla="*/ 390022 w 1455658"/>
                <a:gd name="connsiteY1" fmla="*/ 834613 h 839394"/>
                <a:gd name="connsiteX2" fmla="*/ 1455734 w 1455658"/>
                <a:gd name="connsiteY2" fmla="*/ 317163 h 839394"/>
                <a:gd name="connsiteX3" fmla="*/ 1456797 w 1455658"/>
                <a:gd name="connsiteY3" fmla="*/ 7969 h 839394"/>
                <a:gd name="connsiteX4" fmla="*/ 14951 w 1455658"/>
                <a:gd name="connsiteY4" fmla="*/ 7969 h 839394"/>
                <a:gd name="connsiteX5" fmla="*/ 109516 w 1455658"/>
                <a:gd name="connsiteY5" fmla="*/ 493543 h 839394"/>
                <a:gd name="connsiteX6" fmla="*/ 123329 w 1455658"/>
                <a:gd name="connsiteY6" fmla="*/ 521168 h 8393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55658" h="839394">
                  <a:moveTo>
                    <a:pt x="123329" y="521168"/>
                  </a:moveTo>
                  <a:cubicBezTo>
                    <a:pt x="123329" y="521168"/>
                    <a:pt x="212581" y="698610"/>
                    <a:pt x="390022" y="834613"/>
                  </a:cubicBezTo>
                  <a:lnTo>
                    <a:pt x="1455734" y="317163"/>
                  </a:lnTo>
                  <a:lnTo>
                    <a:pt x="1456797" y="7969"/>
                  </a:lnTo>
                  <a:lnTo>
                    <a:pt x="14951" y="7969"/>
                  </a:lnTo>
                  <a:cubicBezTo>
                    <a:pt x="-5237" y="145035"/>
                    <a:pt x="16014" y="307601"/>
                    <a:pt x="109516" y="493543"/>
                  </a:cubicBezTo>
                  <a:lnTo>
                    <a:pt x="123329" y="521168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18811B6B-BBB0-4D69-AEF8-AD0A7F9A4B57}"/>
                </a:ext>
              </a:extLst>
            </p:cNvPr>
            <p:cNvSpPr/>
            <p:nvPr/>
          </p:nvSpPr>
          <p:spPr>
            <a:xfrm>
              <a:off x="11124635" y="1146995"/>
              <a:ext cx="1062524" cy="743767"/>
            </a:xfrm>
            <a:custGeom>
              <a:avLst/>
              <a:gdLst>
                <a:gd name="connsiteX0" fmla="*/ 1064178 w 1062524"/>
                <a:gd name="connsiteY0" fmla="*/ 7969 h 743766"/>
                <a:gd name="connsiteX1" fmla="*/ 91968 w 1062524"/>
                <a:gd name="connsiteY1" fmla="*/ 480792 h 743766"/>
                <a:gd name="connsiteX2" fmla="*/ 22904 w 1062524"/>
                <a:gd name="connsiteY2" fmla="*/ 658234 h 743766"/>
                <a:gd name="connsiteX3" fmla="*/ 25029 w 1062524"/>
                <a:gd name="connsiteY3" fmla="*/ 663546 h 743766"/>
                <a:gd name="connsiteX4" fmla="*/ 209908 w 1062524"/>
                <a:gd name="connsiteY4" fmla="*/ 718798 h 743766"/>
                <a:gd name="connsiteX5" fmla="*/ 1064178 w 1062524"/>
                <a:gd name="connsiteY5" fmla="*/ 302288 h 743766"/>
                <a:gd name="connsiteX6" fmla="*/ 1064178 w 1062524"/>
                <a:gd name="connsiteY6" fmla="*/ 7969 h 743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062524" h="743766">
                  <a:moveTo>
                    <a:pt x="1064178" y="7969"/>
                  </a:moveTo>
                  <a:lnTo>
                    <a:pt x="91968" y="480792"/>
                  </a:lnTo>
                  <a:cubicBezTo>
                    <a:pt x="91968" y="480792"/>
                    <a:pt x="-34472" y="543481"/>
                    <a:pt x="22904" y="658234"/>
                  </a:cubicBezTo>
                  <a:lnTo>
                    <a:pt x="25029" y="663546"/>
                  </a:lnTo>
                  <a:cubicBezTo>
                    <a:pt x="25029" y="663546"/>
                    <a:pt x="82405" y="780424"/>
                    <a:pt x="209908" y="718798"/>
                  </a:cubicBezTo>
                  <a:lnTo>
                    <a:pt x="1064178" y="302288"/>
                  </a:lnTo>
                  <a:lnTo>
                    <a:pt x="1064178" y="7969"/>
                  </a:lnTo>
                  <a:close/>
                </a:path>
              </a:pathLst>
            </a:custGeom>
            <a:solidFill>
              <a:schemeClr val="accent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3DB7F04C-0D31-4172-9D02-F8C8B2043EB9}"/>
                </a:ext>
              </a:extLst>
            </p:cNvPr>
            <p:cNvSpPr/>
            <p:nvPr/>
          </p:nvSpPr>
          <p:spPr>
            <a:xfrm>
              <a:off x="11105057" y="1128932"/>
              <a:ext cx="1083775" cy="775643"/>
            </a:xfrm>
            <a:custGeom>
              <a:avLst/>
              <a:gdLst>
                <a:gd name="connsiteX0" fmla="*/ 219924 w 1083774"/>
                <a:gd name="connsiteY0" fmla="*/ 719860 h 775642"/>
                <a:gd name="connsiteX1" fmla="*/ 60545 w 1083774"/>
                <a:gd name="connsiteY1" fmla="*/ 674172 h 775642"/>
                <a:gd name="connsiteX2" fmla="*/ 58420 w 1083774"/>
                <a:gd name="connsiteY2" fmla="*/ 668859 h 775642"/>
                <a:gd name="connsiteX3" fmla="*/ 118984 w 1083774"/>
                <a:gd name="connsiteY3" fmla="*/ 515856 h 775642"/>
                <a:gd name="connsiteX4" fmla="*/ 1083756 w 1083774"/>
                <a:gd name="connsiteY4" fmla="*/ 48345 h 775642"/>
                <a:gd name="connsiteX5" fmla="*/ 1083756 w 1083774"/>
                <a:gd name="connsiteY5" fmla="*/ 7969 h 775642"/>
                <a:gd name="connsiteX6" fmla="*/ 103046 w 1083774"/>
                <a:gd name="connsiteY6" fmla="*/ 482917 h 775642"/>
                <a:gd name="connsiteX7" fmla="*/ 14856 w 1083774"/>
                <a:gd name="connsiteY7" fmla="*/ 578544 h 775642"/>
                <a:gd name="connsiteX8" fmla="*/ 24419 w 1083774"/>
                <a:gd name="connsiteY8" fmla="*/ 686922 h 775642"/>
                <a:gd name="connsiteX9" fmla="*/ 26544 w 1083774"/>
                <a:gd name="connsiteY9" fmla="*/ 692234 h 775642"/>
                <a:gd name="connsiteX10" fmla="*/ 157235 w 1083774"/>
                <a:gd name="connsiteY10" fmla="*/ 775111 h 775642"/>
                <a:gd name="connsiteX11" fmla="*/ 236924 w 1083774"/>
                <a:gd name="connsiteY11" fmla="*/ 754923 h 775642"/>
                <a:gd name="connsiteX12" fmla="*/ 1083756 w 1083774"/>
                <a:gd name="connsiteY12" fmla="*/ 344789 h 775642"/>
                <a:gd name="connsiteX13" fmla="*/ 1083756 w 1083774"/>
                <a:gd name="connsiteY13" fmla="*/ 301226 h 775642"/>
                <a:gd name="connsiteX14" fmla="*/ 219924 w 1083774"/>
                <a:gd name="connsiteY14" fmla="*/ 719860 h 7756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083774" h="775642">
                  <a:moveTo>
                    <a:pt x="219924" y="719860"/>
                  </a:moveTo>
                  <a:cubicBezTo>
                    <a:pt x="112609" y="771924"/>
                    <a:pt x="65858" y="683734"/>
                    <a:pt x="60545" y="674172"/>
                  </a:cubicBezTo>
                  <a:lnTo>
                    <a:pt x="58420" y="668859"/>
                  </a:lnTo>
                  <a:cubicBezTo>
                    <a:pt x="9544" y="571107"/>
                    <a:pt x="114734" y="519043"/>
                    <a:pt x="118984" y="515856"/>
                  </a:cubicBezTo>
                  <a:lnTo>
                    <a:pt x="1083756" y="48345"/>
                  </a:lnTo>
                  <a:lnTo>
                    <a:pt x="1083756" y="7969"/>
                  </a:lnTo>
                  <a:lnTo>
                    <a:pt x="103046" y="482917"/>
                  </a:lnTo>
                  <a:cubicBezTo>
                    <a:pt x="100921" y="483980"/>
                    <a:pt x="36107" y="516918"/>
                    <a:pt x="14856" y="578544"/>
                  </a:cubicBezTo>
                  <a:cubicBezTo>
                    <a:pt x="3169" y="613608"/>
                    <a:pt x="6356" y="649733"/>
                    <a:pt x="24419" y="686922"/>
                  </a:cubicBezTo>
                  <a:lnTo>
                    <a:pt x="26544" y="692234"/>
                  </a:lnTo>
                  <a:cubicBezTo>
                    <a:pt x="44607" y="726235"/>
                    <a:pt x="88171" y="775111"/>
                    <a:pt x="157235" y="775111"/>
                  </a:cubicBezTo>
                  <a:cubicBezTo>
                    <a:pt x="180610" y="775111"/>
                    <a:pt x="207173" y="768736"/>
                    <a:pt x="236924" y="754923"/>
                  </a:cubicBezTo>
                  <a:lnTo>
                    <a:pt x="1083756" y="344789"/>
                  </a:lnTo>
                  <a:lnTo>
                    <a:pt x="1083756" y="301226"/>
                  </a:lnTo>
                  <a:lnTo>
                    <a:pt x="219924" y="719860"/>
                  </a:ln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1FB04931-77A8-4259-95CA-DA7DEDB2DEFD}"/>
                </a:ext>
              </a:extLst>
            </p:cNvPr>
            <p:cNvSpPr/>
            <p:nvPr/>
          </p:nvSpPr>
          <p:spPr>
            <a:xfrm>
              <a:off x="9994666" y="301226"/>
              <a:ext cx="2199425" cy="1636287"/>
            </a:xfrm>
            <a:custGeom>
              <a:avLst/>
              <a:gdLst>
                <a:gd name="connsiteX0" fmla="*/ 538733 w 2199425"/>
                <a:gd name="connsiteY0" fmla="*/ 1550754 h 1636287"/>
                <a:gd name="connsiteX1" fmla="*/ 86098 w 2199425"/>
                <a:gd name="connsiteY1" fmla="*/ 1428564 h 1636287"/>
                <a:gd name="connsiteX2" fmla="*/ 80785 w 2199425"/>
                <a:gd name="connsiteY2" fmla="*/ 1416876 h 1636287"/>
                <a:gd name="connsiteX3" fmla="*/ 115848 w 2199425"/>
                <a:gd name="connsiteY3" fmla="*/ 1102369 h 1636287"/>
                <a:gd name="connsiteX4" fmla="*/ 257164 w 2199425"/>
                <a:gd name="connsiteY4" fmla="*/ 988679 h 1636287"/>
                <a:gd name="connsiteX5" fmla="*/ 2193084 w 2199425"/>
                <a:gd name="connsiteY5" fmla="*/ 49407 h 1636287"/>
                <a:gd name="connsiteX6" fmla="*/ 2193084 w 2199425"/>
                <a:gd name="connsiteY6" fmla="*/ 7969 h 1636287"/>
                <a:gd name="connsiteX7" fmla="*/ 241226 w 2199425"/>
                <a:gd name="connsiteY7" fmla="*/ 954678 h 1636287"/>
                <a:gd name="connsiteX8" fmla="*/ 23409 w 2199425"/>
                <a:gd name="connsiteY8" fmla="*/ 1187371 h 1636287"/>
                <a:gd name="connsiteX9" fmla="*/ 47847 w 2199425"/>
                <a:gd name="connsiteY9" fmla="*/ 1433876 h 1636287"/>
                <a:gd name="connsiteX10" fmla="*/ 53160 w 2199425"/>
                <a:gd name="connsiteY10" fmla="*/ 1445564 h 1636287"/>
                <a:gd name="connsiteX11" fmla="*/ 358104 w 2199425"/>
                <a:gd name="connsiteY11" fmla="*/ 1635756 h 1636287"/>
                <a:gd name="connsiteX12" fmla="*/ 555734 w 2199425"/>
                <a:gd name="connsiteY12" fmla="*/ 1585817 h 1636287"/>
                <a:gd name="connsiteX13" fmla="*/ 2193084 w 2199425"/>
                <a:gd name="connsiteY13" fmla="*/ 789987 h 1636287"/>
                <a:gd name="connsiteX14" fmla="*/ 2193084 w 2199425"/>
                <a:gd name="connsiteY14" fmla="*/ 748548 h 1636287"/>
                <a:gd name="connsiteX15" fmla="*/ 538733 w 2199425"/>
                <a:gd name="connsiteY15" fmla="*/ 1550754 h 16362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2199425" h="1636287">
                  <a:moveTo>
                    <a:pt x="538733" y="1550754"/>
                  </a:moveTo>
                  <a:cubicBezTo>
                    <a:pt x="228476" y="1701633"/>
                    <a:pt x="90348" y="1439189"/>
                    <a:pt x="86098" y="1428564"/>
                  </a:cubicBezTo>
                  <a:lnTo>
                    <a:pt x="80785" y="1416876"/>
                  </a:lnTo>
                  <a:cubicBezTo>
                    <a:pt x="24471" y="1303186"/>
                    <a:pt x="35097" y="1196934"/>
                    <a:pt x="115848" y="1102369"/>
                  </a:cubicBezTo>
                  <a:cubicBezTo>
                    <a:pt x="176412" y="1030117"/>
                    <a:pt x="256102" y="989741"/>
                    <a:pt x="257164" y="988679"/>
                  </a:cubicBezTo>
                  <a:lnTo>
                    <a:pt x="2193084" y="49407"/>
                  </a:lnTo>
                  <a:lnTo>
                    <a:pt x="2193084" y="7969"/>
                  </a:lnTo>
                  <a:lnTo>
                    <a:pt x="241226" y="954678"/>
                  </a:lnTo>
                  <a:cubicBezTo>
                    <a:pt x="234851" y="958928"/>
                    <a:pt x="74410" y="1037555"/>
                    <a:pt x="23409" y="1187371"/>
                  </a:cubicBezTo>
                  <a:cubicBezTo>
                    <a:pt x="-3154" y="1265998"/>
                    <a:pt x="4283" y="1348875"/>
                    <a:pt x="47847" y="1433876"/>
                  </a:cubicBezTo>
                  <a:lnTo>
                    <a:pt x="53160" y="1445564"/>
                  </a:lnTo>
                  <a:cubicBezTo>
                    <a:pt x="53160" y="1447689"/>
                    <a:pt x="150912" y="1635756"/>
                    <a:pt x="358104" y="1635756"/>
                  </a:cubicBezTo>
                  <a:cubicBezTo>
                    <a:pt x="415480" y="1635756"/>
                    <a:pt x="481357" y="1621943"/>
                    <a:pt x="555734" y="1585817"/>
                  </a:cubicBezTo>
                  <a:lnTo>
                    <a:pt x="2193084" y="789987"/>
                  </a:lnTo>
                  <a:lnTo>
                    <a:pt x="2193084" y="748548"/>
                  </a:lnTo>
                  <a:lnTo>
                    <a:pt x="538733" y="1550754"/>
                  </a:ln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</p:grp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D7B996D2-06BA-413A-BDEE-428A188D3A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1568" y="1309337"/>
            <a:ext cx="10515600" cy="4351338"/>
          </a:xfrm>
        </p:spPr>
        <p:txBody>
          <a:bodyPr>
            <a:normAutofit/>
          </a:bodyPr>
          <a:lstStyle>
            <a:lvl1pPr>
              <a:defRPr sz="1600">
                <a:solidFill>
                  <a:schemeClr val="tx1"/>
                </a:solidFill>
              </a:defRPr>
            </a:lvl1pPr>
            <a:lvl2pPr>
              <a:defRPr sz="1400">
                <a:solidFill>
                  <a:schemeClr val="tx1"/>
                </a:solidFill>
              </a:defRPr>
            </a:lvl2pPr>
            <a:lvl3pPr>
              <a:defRPr sz="1200">
                <a:solidFill>
                  <a:schemeClr val="tx1"/>
                </a:solidFill>
              </a:defRPr>
            </a:lvl3pPr>
            <a:lvl4pPr>
              <a:defRPr sz="1100">
                <a:solidFill>
                  <a:schemeClr val="tx1"/>
                </a:solidFill>
              </a:defRPr>
            </a:lvl4pPr>
            <a:lvl5pPr>
              <a:defRPr sz="11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5E5109FC-8CB6-4120-99CF-163DDAB906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9141" y="131266"/>
            <a:ext cx="9050518" cy="94549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0" name="Graphic 19">
            <a:extLst>
              <a:ext uri="{FF2B5EF4-FFF2-40B4-BE49-F238E27FC236}">
                <a16:creationId xmlns:a16="http://schemas.microsoft.com/office/drawing/2014/main" id="{9462DA56-F882-470A-8F8C-A55B25FD8A7A}"/>
              </a:ext>
            </a:extLst>
          </p:cNvPr>
          <p:cNvSpPr/>
          <p:nvPr userDrawn="1"/>
        </p:nvSpPr>
        <p:spPr>
          <a:xfrm>
            <a:off x="393871" y="598962"/>
            <a:ext cx="6153912" cy="151200"/>
          </a:xfrm>
          <a:custGeom>
            <a:avLst/>
            <a:gdLst>
              <a:gd name="connsiteX0" fmla="*/ 4568666 w 4629150"/>
              <a:gd name="connsiteY0" fmla="*/ 118586 h 123825"/>
              <a:gd name="connsiteX1" fmla="*/ 62389 w 4629150"/>
              <a:gd name="connsiteY1" fmla="*/ 118586 h 123825"/>
              <a:gd name="connsiteX2" fmla="*/ 7144 w 4629150"/>
              <a:gd name="connsiteY2" fmla="*/ 62389 h 123825"/>
              <a:gd name="connsiteX3" fmla="*/ 7144 w 4629150"/>
              <a:gd name="connsiteY3" fmla="*/ 62389 h 123825"/>
              <a:gd name="connsiteX4" fmla="*/ 62389 w 4629150"/>
              <a:gd name="connsiteY4" fmla="*/ 7144 h 123825"/>
              <a:gd name="connsiteX5" fmla="*/ 4568666 w 4629150"/>
              <a:gd name="connsiteY5" fmla="*/ 7144 h 123825"/>
              <a:gd name="connsiteX6" fmla="*/ 4623912 w 4629150"/>
              <a:gd name="connsiteY6" fmla="*/ 62389 h 123825"/>
              <a:gd name="connsiteX7" fmla="*/ 4623912 w 4629150"/>
              <a:gd name="connsiteY7" fmla="*/ 62389 h 123825"/>
              <a:gd name="connsiteX8" fmla="*/ 4568666 w 4629150"/>
              <a:gd name="connsiteY8" fmla="*/ 118586 h 1238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629150" h="123825">
                <a:moveTo>
                  <a:pt x="4568666" y="118586"/>
                </a:moveTo>
                <a:lnTo>
                  <a:pt x="62389" y="118586"/>
                </a:lnTo>
                <a:cubicBezTo>
                  <a:pt x="31909" y="118586"/>
                  <a:pt x="7144" y="92869"/>
                  <a:pt x="7144" y="62389"/>
                </a:cubicBezTo>
                <a:lnTo>
                  <a:pt x="7144" y="62389"/>
                </a:lnTo>
                <a:cubicBezTo>
                  <a:pt x="7144" y="31909"/>
                  <a:pt x="31909" y="7144"/>
                  <a:pt x="62389" y="7144"/>
                </a:cubicBezTo>
                <a:lnTo>
                  <a:pt x="4568666" y="7144"/>
                </a:lnTo>
                <a:cubicBezTo>
                  <a:pt x="4599147" y="7144"/>
                  <a:pt x="4623912" y="31909"/>
                  <a:pt x="4623912" y="62389"/>
                </a:cubicBezTo>
                <a:lnTo>
                  <a:pt x="4623912" y="62389"/>
                </a:lnTo>
                <a:cubicBezTo>
                  <a:pt x="4623912" y="92869"/>
                  <a:pt x="4599147" y="118586"/>
                  <a:pt x="4568666" y="118586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3"/>
              </a:gs>
            </a:gsLst>
            <a:lin ang="0" scaled="1"/>
          </a:gra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  <p:pic>
        <p:nvPicPr>
          <p:cNvPr id="17" name="Picture 16"/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220" b="100000" l="0" r="100000">
                        <a14:foregroundMark x1="2068" y1="10561" x2="2068" y2="10561"/>
                        <a14:foregroundMark x1="7937" y1="23652" x2="7937" y2="23652"/>
                        <a14:foregroundMark x1="1677" y1="80858" x2="1677" y2="80858"/>
                        <a14:foregroundMark x1="11179" y1="88009" x2="11179" y2="88009"/>
                        <a14:foregroundMark x1="13527" y1="87129" x2="13527" y2="87129"/>
                        <a14:foregroundMark x1="19564" y1="85809" x2="19564" y2="85809"/>
                        <a14:foregroundMark x1="19285" y1="78328" x2="19285" y2="78328"/>
                        <a14:foregroundMark x1="25880" y1="91089" x2="25880" y2="91089"/>
                        <a14:foregroundMark x1="31470" y1="87679" x2="31470" y2="87679"/>
                        <a14:foregroundMark x1="34209" y1="85039" x2="34209" y2="85039"/>
                        <a14:foregroundMark x1="41420" y1="87679" x2="41420" y2="87679"/>
                        <a14:foregroundMark x1="46674" y1="86469" x2="46674" y2="86469"/>
                        <a14:foregroundMark x1="53829" y1="83388" x2="53829" y2="83388"/>
                        <a14:foregroundMark x1="58580" y1="85259" x2="58580" y2="85259"/>
                        <a14:foregroundMark x1="64394" y1="83828" x2="64394" y2="83828"/>
                        <a14:foregroundMark x1="70878" y1="85039" x2="70878" y2="85039"/>
                        <a14:foregroundMark x1="79709" y1="82838" x2="79709" y2="82838"/>
                        <a14:foregroundMark x1="84740" y1="87679" x2="84740" y2="87679"/>
                        <a14:foregroundMark x1="89380" y1="83058" x2="89380" y2="83058"/>
                        <a14:foregroundMark x1="96143" y1="5721" x2="96143" y2="5721"/>
                        <a14:foregroundMark x1="95416" y1="11001" x2="95416" y2="11001"/>
                        <a14:backgroundMark x1="9894" y1="91419" x2="9894" y2="91419"/>
                        <a14:backgroundMark x1="29290" y1="90869" x2="29290" y2="90869"/>
                        <a14:backgroundMark x1="39072" y1="85809" x2="39072" y2="85809"/>
                        <a14:backgroundMark x1="78480" y1="85369" x2="78480" y2="85369"/>
                        <a14:backgroundMark x1="23253" y1="99670" x2="23253" y2="99670"/>
                        <a14:backgroundMark x1="5143" y1="89879" x2="5143" y2="89879"/>
                        <a14:backgroundMark x1="25433" y1="83498" x2="25433" y2="83498"/>
                        <a14:backgroundMark x1="54388" y1="34323" x2="54388" y2="34323"/>
                        <a14:backgroundMark x1="53382" y1="27613" x2="53382" y2="27613"/>
                        <a14:backgroundMark x1="97261" y1="4620" x2="97261" y2="4620"/>
                        <a14:backgroundMark x1="99050" y1="1100" x2="99050" y2="110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7475" y="6451349"/>
            <a:ext cx="751647" cy="381915"/>
          </a:xfrm>
          <a:prstGeom prst="rect">
            <a:avLst/>
          </a:prstGeom>
        </p:spPr>
      </p:pic>
      <p:cxnSp>
        <p:nvCxnSpPr>
          <p:cNvPr id="9" name="Straight Connector 8"/>
          <p:cNvCxnSpPr/>
          <p:nvPr userDrawn="1"/>
        </p:nvCxnSpPr>
        <p:spPr>
          <a:xfrm>
            <a:off x="1054326" y="6451349"/>
            <a:ext cx="0" cy="37562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Picture 1">
            <a:extLst>
              <a:ext uri="{FF2B5EF4-FFF2-40B4-BE49-F238E27FC236}">
                <a16:creationId xmlns:a16="http://schemas.microsoft.com/office/drawing/2014/main" id="{E3708EA5-E08B-453D-AF13-A366B92B9C2A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05353" y="6457622"/>
            <a:ext cx="885825" cy="285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80124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Oval 47">
            <a:extLst>
              <a:ext uri="{FF2B5EF4-FFF2-40B4-BE49-F238E27FC236}">
                <a16:creationId xmlns:a16="http://schemas.microsoft.com/office/drawing/2014/main" id="{2F290D8B-987A-4555-890C-F3CD026BF7BF}"/>
              </a:ext>
            </a:extLst>
          </p:cNvPr>
          <p:cNvSpPr/>
          <p:nvPr userDrawn="1"/>
        </p:nvSpPr>
        <p:spPr>
          <a:xfrm>
            <a:off x="10893420" y="5803030"/>
            <a:ext cx="385200" cy="3852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49" name="Graphic 12">
            <a:extLst>
              <a:ext uri="{FF2B5EF4-FFF2-40B4-BE49-F238E27FC236}">
                <a16:creationId xmlns:a16="http://schemas.microsoft.com/office/drawing/2014/main" id="{6139C5E6-5A04-4458-8EF9-628BFBA73A92}"/>
              </a:ext>
            </a:extLst>
          </p:cNvPr>
          <p:cNvSpPr/>
          <p:nvPr userDrawn="1"/>
        </p:nvSpPr>
        <p:spPr>
          <a:xfrm>
            <a:off x="11334292" y="5787811"/>
            <a:ext cx="870509" cy="409651"/>
          </a:xfrm>
          <a:custGeom>
            <a:avLst/>
            <a:gdLst>
              <a:gd name="connsiteX0" fmla="*/ 203546 w 870509"/>
              <a:gd name="connsiteY0" fmla="*/ 400690 h 409651"/>
              <a:gd name="connsiteX1" fmla="*/ 860268 w 870509"/>
              <a:gd name="connsiteY1" fmla="*/ 400690 h 409651"/>
              <a:gd name="connsiteX2" fmla="*/ 860268 w 870509"/>
              <a:gd name="connsiteY2" fmla="*/ 12802 h 409651"/>
              <a:gd name="connsiteX3" fmla="*/ 203546 w 870509"/>
              <a:gd name="connsiteY3" fmla="*/ 12802 h 409651"/>
              <a:gd name="connsiteX4" fmla="*/ 12802 w 870509"/>
              <a:gd name="connsiteY4" fmla="*/ 203545 h 409651"/>
              <a:gd name="connsiteX5" fmla="*/ 12802 w 870509"/>
              <a:gd name="connsiteY5" fmla="*/ 211226 h 409651"/>
              <a:gd name="connsiteX6" fmla="*/ 203546 w 870509"/>
              <a:gd name="connsiteY6" fmla="*/ 400690 h 4096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870509" h="409651">
                <a:moveTo>
                  <a:pt x="203546" y="400690"/>
                </a:moveTo>
                <a:lnTo>
                  <a:pt x="860268" y="400690"/>
                </a:lnTo>
                <a:lnTo>
                  <a:pt x="860268" y="12802"/>
                </a:lnTo>
                <a:lnTo>
                  <a:pt x="203546" y="12802"/>
                </a:lnTo>
                <a:cubicBezTo>
                  <a:pt x="203546" y="12802"/>
                  <a:pt x="12802" y="12802"/>
                  <a:pt x="12802" y="203545"/>
                </a:cubicBezTo>
                <a:lnTo>
                  <a:pt x="12802" y="211226"/>
                </a:lnTo>
                <a:cubicBezTo>
                  <a:pt x="12802" y="209946"/>
                  <a:pt x="12802" y="400690"/>
                  <a:pt x="203546" y="400690"/>
                </a:cubicBezTo>
                <a:close/>
              </a:path>
            </a:pathLst>
          </a:custGeom>
          <a:solidFill>
            <a:schemeClr val="accent1">
              <a:lumMod val="50000"/>
            </a:schemeClr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2A0631-3130-4C36-8E5E-80464B1A62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ru-RU" dirty="0"/>
              <a:t>MM.DD.20XX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230F82-FE68-4450-98DF-5D29369AEE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12290" y="5797769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ADD A FOOTER</a:t>
            </a:r>
            <a:endParaRPr lang="ru-RU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6603C1-6E1A-4E4B-9555-31D84B6BDA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95E168-DA5E-4888-8D8A-92B118324C14}" type="slidenum">
              <a:rPr lang="ru-RU" smtClean="0"/>
              <a:t>‹#›</a:t>
            </a:fld>
            <a:endParaRPr lang="ru-RU" dirty="0"/>
          </a:p>
        </p:txBody>
      </p:sp>
      <p:grpSp>
        <p:nvGrpSpPr>
          <p:cNvPr id="41" name="Graphic 39">
            <a:extLst>
              <a:ext uri="{FF2B5EF4-FFF2-40B4-BE49-F238E27FC236}">
                <a16:creationId xmlns:a16="http://schemas.microsoft.com/office/drawing/2014/main" id="{1D75FFD8-3F66-48B3-BB01-D4B8A9496851}"/>
              </a:ext>
            </a:extLst>
          </p:cNvPr>
          <p:cNvGrpSpPr/>
          <p:nvPr userDrawn="1"/>
        </p:nvGrpSpPr>
        <p:grpSpPr>
          <a:xfrm>
            <a:off x="10008352" y="0"/>
            <a:ext cx="2188800" cy="1933794"/>
            <a:chOff x="10003200" y="0"/>
            <a:chExt cx="2188800" cy="1933794"/>
          </a:xfrm>
        </p:grpSpPr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9BA0EC60-510D-41EF-AFE6-E4E6BD83F8C9}"/>
                </a:ext>
              </a:extLst>
            </p:cNvPr>
            <p:cNvSpPr/>
            <p:nvPr/>
          </p:nvSpPr>
          <p:spPr>
            <a:xfrm>
              <a:off x="10712341" y="-7969"/>
              <a:ext cx="1466283" cy="1009398"/>
            </a:xfrm>
            <a:custGeom>
              <a:avLst/>
              <a:gdLst>
                <a:gd name="connsiteX0" fmla="*/ 1467972 w 1466283"/>
                <a:gd name="connsiteY0" fmla="*/ 752798 h 1009397"/>
                <a:gd name="connsiteX1" fmla="*/ 1221466 w 1466283"/>
                <a:gd name="connsiteY1" fmla="*/ 871801 h 1009397"/>
                <a:gd name="connsiteX2" fmla="*/ 425635 w 1466283"/>
                <a:gd name="connsiteY2" fmla="*/ 821862 h 1009397"/>
                <a:gd name="connsiteX3" fmla="*/ 158942 w 1466283"/>
                <a:gd name="connsiteY3" fmla="*/ 510543 h 1009397"/>
                <a:gd name="connsiteX4" fmla="*/ 145129 w 1466283"/>
                <a:gd name="connsiteY4" fmla="*/ 482917 h 1009397"/>
                <a:gd name="connsiteX5" fmla="*/ 52689 w 1466283"/>
                <a:gd name="connsiteY5" fmla="*/ 7969 h 1009397"/>
                <a:gd name="connsiteX6" fmla="*/ 14439 w 1466283"/>
                <a:gd name="connsiteY6" fmla="*/ 7969 h 1009397"/>
                <a:gd name="connsiteX7" fmla="*/ 111128 w 1466283"/>
                <a:gd name="connsiteY7" fmla="*/ 499918 h 1009397"/>
                <a:gd name="connsiteX8" fmla="*/ 124941 w 1466283"/>
                <a:gd name="connsiteY8" fmla="*/ 527543 h 1009397"/>
                <a:gd name="connsiteX9" fmla="*/ 402260 w 1466283"/>
                <a:gd name="connsiteY9" fmla="*/ 851613 h 1009397"/>
                <a:gd name="connsiteX10" fmla="*/ 845333 w 1466283"/>
                <a:gd name="connsiteY10" fmla="*/ 1004617 h 1009397"/>
                <a:gd name="connsiteX11" fmla="*/ 1238467 w 1466283"/>
                <a:gd name="connsiteY11" fmla="*/ 906864 h 1009397"/>
                <a:gd name="connsiteX12" fmla="*/ 1467972 w 1466283"/>
                <a:gd name="connsiteY12" fmla="*/ 795299 h 1009397"/>
                <a:gd name="connsiteX13" fmla="*/ 1467972 w 1466283"/>
                <a:gd name="connsiteY13" fmla="*/ 752798 h 1009397"/>
                <a:gd name="connsiteX14" fmla="*/ 1467972 w 1466283"/>
                <a:gd name="connsiteY14" fmla="*/ 752798 h 1009397"/>
                <a:gd name="connsiteX15" fmla="*/ 1467972 w 1466283"/>
                <a:gd name="connsiteY15" fmla="*/ 752798 h 10093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466283" h="1009397">
                  <a:moveTo>
                    <a:pt x="1467972" y="752798"/>
                  </a:moveTo>
                  <a:lnTo>
                    <a:pt x="1221466" y="871801"/>
                  </a:lnTo>
                  <a:cubicBezTo>
                    <a:pt x="928209" y="1015242"/>
                    <a:pt x="660453" y="997179"/>
                    <a:pt x="425635" y="821862"/>
                  </a:cubicBezTo>
                  <a:cubicBezTo>
                    <a:pt x="250319" y="689047"/>
                    <a:pt x="158942" y="512668"/>
                    <a:pt x="158942" y="510543"/>
                  </a:cubicBezTo>
                  <a:lnTo>
                    <a:pt x="145129" y="482917"/>
                  </a:lnTo>
                  <a:cubicBezTo>
                    <a:pt x="61190" y="315038"/>
                    <a:pt x="29314" y="155660"/>
                    <a:pt x="52689" y="7969"/>
                  </a:cubicBezTo>
                  <a:lnTo>
                    <a:pt x="14439" y="7969"/>
                  </a:lnTo>
                  <a:cubicBezTo>
                    <a:pt x="-6812" y="163097"/>
                    <a:pt x="24001" y="327789"/>
                    <a:pt x="111128" y="499918"/>
                  </a:cubicBezTo>
                  <a:lnTo>
                    <a:pt x="124941" y="527543"/>
                  </a:lnTo>
                  <a:cubicBezTo>
                    <a:pt x="129191" y="534981"/>
                    <a:pt x="219506" y="714548"/>
                    <a:pt x="402260" y="851613"/>
                  </a:cubicBezTo>
                  <a:cubicBezTo>
                    <a:pt x="508512" y="931302"/>
                    <a:pt x="656203" y="1004617"/>
                    <a:pt x="845333" y="1004617"/>
                  </a:cubicBezTo>
                  <a:cubicBezTo>
                    <a:pt x="961148" y="1004617"/>
                    <a:pt x="1091838" y="976991"/>
                    <a:pt x="1238467" y="906864"/>
                  </a:cubicBezTo>
                  <a:lnTo>
                    <a:pt x="1467972" y="795299"/>
                  </a:lnTo>
                  <a:lnTo>
                    <a:pt x="1467972" y="752798"/>
                  </a:lnTo>
                  <a:lnTo>
                    <a:pt x="1467972" y="752798"/>
                  </a:lnTo>
                  <a:lnTo>
                    <a:pt x="1467972" y="752798"/>
                  </a:ln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0162C508-E081-418C-A19D-15A59388C43A}"/>
                </a:ext>
              </a:extLst>
            </p:cNvPr>
            <p:cNvSpPr/>
            <p:nvPr/>
          </p:nvSpPr>
          <p:spPr>
            <a:xfrm>
              <a:off x="10014209" y="321414"/>
              <a:ext cx="2178175" cy="1593786"/>
            </a:xfrm>
            <a:custGeom>
              <a:avLst/>
              <a:gdLst>
                <a:gd name="connsiteX0" fmla="*/ 231247 w 2178174"/>
                <a:gd name="connsiteY0" fmla="*/ 950428 h 1593786"/>
                <a:gd name="connsiteX1" fmla="*/ 45305 w 2178174"/>
                <a:gd name="connsiteY1" fmla="*/ 1404126 h 1593786"/>
                <a:gd name="connsiteX2" fmla="*/ 50617 w 2178174"/>
                <a:gd name="connsiteY2" fmla="*/ 1415814 h 1593786"/>
                <a:gd name="connsiteX3" fmla="*/ 529816 w 2178174"/>
                <a:gd name="connsiteY3" fmla="*/ 1547566 h 1593786"/>
                <a:gd name="connsiteX4" fmla="*/ 2173541 w 2178174"/>
                <a:gd name="connsiteY4" fmla="*/ 749611 h 1593786"/>
                <a:gd name="connsiteX5" fmla="*/ 2173541 w 2178174"/>
                <a:gd name="connsiteY5" fmla="*/ 7969 h 1593786"/>
                <a:gd name="connsiteX6" fmla="*/ 231247 w 2178174"/>
                <a:gd name="connsiteY6" fmla="*/ 950428 h 15937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178174" h="1593786">
                  <a:moveTo>
                    <a:pt x="231247" y="950428"/>
                  </a:moveTo>
                  <a:cubicBezTo>
                    <a:pt x="231247" y="950428"/>
                    <a:pt x="-101324" y="1111932"/>
                    <a:pt x="45305" y="1404126"/>
                  </a:cubicBezTo>
                  <a:lnTo>
                    <a:pt x="50617" y="1415814"/>
                  </a:lnTo>
                  <a:cubicBezTo>
                    <a:pt x="50617" y="1415814"/>
                    <a:pt x="197246" y="1708008"/>
                    <a:pt x="529816" y="1547566"/>
                  </a:cubicBezTo>
                  <a:lnTo>
                    <a:pt x="2173541" y="749611"/>
                  </a:lnTo>
                  <a:lnTo>
                    <a:pt x="2173541" y="7969"/>
                  </a:lnTo>
                  <a:lnTo>
                    <a:pt x="231247" y="950428"/>
                  </a:lnTo>
                  <a:close/>
                </a:path>
              </a:pathLst>
            </a:custGeom>
            <a:solidFill>
              <a:schemeClr val="accent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2A710D7D-FC65-4BF6-BDA4-E59B01AD6FBC}"/>
                </a:ext>
              </a:extLst>
            </p:cNvPr>
            <p:cNvSpPr/>
            <p:nvPr/>
          </p:nvSpPr>
          <p:spPr>
            <a:xfrm>
              <a:off x="10732016" y="-7969"/>
              <a:ext cx="1455658" cy="839394"/>
            </a:xfrm>
            <a:custGeom>
              <a:avLst/>
              <a:gdLst>
                <a:gd name="connsiteX0" fmla="*/ 123329 w 1455658"/>
                <a:gd name="connsiteY0" fmla="*/ 521168 h 839394"/>
                <a:gd name="connsiteX1" fmla="*/ 390022 w 1455658"/>
                <a:gd name="connsiteY1" fmla="*/ 834613 h 839394"/>
                <a:gd name="connsiteX2" fmla="*/ 1455734 w 1455658"/>
                <a:gd name="connsiteY2" fmla="*/ 317163 h 839394"/>
                <a:gd name="connsiteX3" fmla="*/ 1456797 w 1455658"/>
                <a:gd name="connsiteY3" fmla="*/ 7969 h 839394"/>
                <a:gd name="connsiteX4" fmla="*/ 14951 w 1455658"/>
                <a:gd name="connsiteY4" fmla="*/ 7969 h 839394"/>
                <a:gd name="connsiteX5" fmla="*/ 109516 w 1455658"/>
                <a:gd name="connsiteY5" fmla="*/ 493543 h 839394"/>
                <a:gd name="connsiteX6" fmla="*/ 123329 w 1455658"/>
                <a:gd name="connsiteY6" fmla="*/ 521168 h 8393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55658" h="839394">
                  <a:moveTo>
                    <a:pt x="123329" y="521168"/>
                  </a:moveTo>
                  <a:cubicBezTo>
                    <a:pt x="123329" y="521168"/>
                    <a:pt x="212581" y="698610"/>
                    <a:pt x="390022" y="834613"/>
                  </a:cubicBezTo>
                  <a:lnTo>
                    <a:pt x="1455734" y="317163"/>
                  </a:lnTo>
                  <a:lnTo>
                    <a:pt x="1456797" y="7969"/>
                  </a:lnTo>
                  <a:lnTo>
                    <a:pt x="14951" y="7969"/>
                  </a:lnTo>
                  <a:cubicBezTo>
                    <a:pt x="-5237" y="145035"/>
                    <a:pt x="16014" y="307601"/>
                    <a:pt x="109516" y="493543"/>
                  </a:cubicBezTo>
                  <a:lnTo>
                    <a:pt x="123329" y="521168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18811B6B-BBB0-4D69-AEF8-AD0A7F9A4B57}"/>
                </a:ext>
              </a:extLst>
            </p:cNvPr>
            <p:cNvSpPr/>
            <p:nvPr/>
          </p:nvSpPr>
          <p:spPr>
            <a:xfrm>
              <a:off x="11124635" y="1146995"/>
              <a:ext cx="1062524" cy="743767"/>
            </a:xfrm>
            <a:custGeom>
              <a:avLst/>
              <a:gdLst>
                <a:gd name="connsiteX0" fmla="*/ 1064178 w 1062524"/>
                <a:gd name="connsiteY0" fmla="*/ 7969 h 743766"/>
                <a:gd name="connsiteX1" fmla="*/ 91968 w 1062524"/>
                <a:gd name="connsiteY1" fmla="*/ 480792 h 743766"/>
                <a:gd name="connsiteX2" fmla="*/ 22904 w 1062524"/>
                <a:gd name="connsiteY2" fmla="*/ 658234 h 743766"/>
                <a:gd name="connsiteX3" fmla="*/ 25029 w 1062524"/>
                <a:gd name="connsiteY3" fmla="*/ 663546 h 743766"/>
                <a:gd name="connsiteX4" fmla="*/ 209908 w 1062524"/>
                <a:gd name="connsiteY4" fmla="*/ 718798 h 743766"/>
                <a:gd name="connsiteX5" fmla="*/ 1064178 w 1062524"/>
                <a:gd name="connsiteY5" fmla="*/ 302288 h 743766"/>
                <a:gd name="connsiteX6" fmla="*/ 1064178 w 1062524"/>
                <a:gd name="connsiteY6" fmla="*/ 7969 h 743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062524" h="743766">
                  <a:moveTo>
                    <a:pt x="1064178" y="7969"/>
                  </a:moveTo>
                  <a:lnTo>
                    <a:pt x="91968" y="480792"/>
                  </a:lnTo>
                  <a:cubicBezTo>
                    <a:pt x="91968" y="480792"/>
                    <a:pt x="-34472" y="543481"/>
                    <a:pt x="22904" y="658234"/>
                  </a:cubicBezTo>
                  <a:lnTo>
                    <a:pt x="25029" y="663546"/>
                  </a:lnTo>
                  <a:cubicBezTo>
                    <a:pt x="25029" y="663546"/>
                    <a:pt x="82405" y="780424"/>
                    <a:pt x="209908" y="718798"/>
                  </a:cubicBezTo>
                  <a:lnTo>
                    <a:pt x="1064178" y="302288"/>
                  </a:lnTo>
                  <a:lnTo>
                    <a:pt x="1064178" y="7969"/>
                  </a:lnTo>
                  <a:close/>
                </a:path>
              </a:pathLst>
            </a:custGeom>
            <a:solidFill>
              <a:schemeClr val="accent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3DB7F04C-0D31-4172-9D02-F8C8B2043EB9}"/>
                </a:ext>
              </a:extLst>
            </p:cNvPr>
            <p:cNvSpPr/>
            <p:nvPr/>
          </p:nvSpPr>
          <p:spPr>
            <a:xfrm>
              <a:off x="11105057" y="1128932"/>
              <a:ext cx="1083775" cy="775643"/>
            </a:xfrm>
            <a:custGeom>
              <a:avLst/>
              <a:gdLst>
                <a:gd name="connsiteX0" fmla="*/ 219924 w 1083774"/>
                <a:gd name="connsiteY0" fmla="*/ 719860 h 775642"/>
                <a:gd name="connsiteX1" fmla="*/ 60545 w 1083774"/>
                <a:gd name="connsiteY1" fmla="*/ 674172 h 775642"/>
                <a:gd name="connsiteX2" fmla="*/ 58420 w 1083774"/>
                <a:gd name="connsiteY2" fmla="*/ 668859 h 775642"/>
                <a:gd name="connsiteX3" fmla="*/ 118984 w 1083774"/>
                <a:gd name="connsiteY3" fmla="*/ 515856 h 775642"/>
                <a:gd name="connsiteX4" fmla="*/ 1083756 w 1083774"/>
                <a:gd name="connsiteY4" fmla="*/ 48345 h 775642"/>
                <a:gd name="connsiteX5" fmla="*/ 1083756 w 1083774"/>
                <a:gd name="connsiteY5" fmla="*/ 7969 h 775642"/>
                <a:gd name="connsiteX6" fmla="*/ 103046 w 1083774"/>
                <a:gd name="connsiteY6" fmla="*/ 482917 h 775642"/>
                <a:gd name="connsiteX7" fmla="*/ 14856 w 1083774"/>
                <a:gd name="connsiteY7" fmla="*/ 578544 h 775642"/>
                <a:gd name="connsiteX8" fmla="*/ 24419 w 1083774"/>
                <a:gd name="connsiteY8" fmla="*/ 686922 h 775642"/>
                <a:gd name="connsiteX9" fmla="*/ 26544 w 1083774"/>
                <a:gd name="connsiteY9" fmla="*/ 692234 h 775642"/>
                <a:gd name="connsiteX10" fmla="*/ 157235 w 1083774"/>
                <a:gd name="connsiteY10" fmla="*/ 775111 h 775642"/>
                <a:gd name="connsiteX11" fmla="*/ 236924 w 1083774"/>
                <a:gd name="connsiteY11" fmla="*/ 754923 h 775642"/>
                <a:gd name="connsiteX12" fmla="*/ 1083756 w 1083774"/>
                <a:gd name="connsiteY12" fmla="*/ 344789 h 775642"/>
                <a:gd name="connsiteX13" fmla="*/ 1083756 w 1083774"/>
                <a:gd name="connsiteY13" fmla="*/ 301226 h 775642"/>
                <a:gd name="connsiteX14" fmla="*/ 219924 w 1083774"/>
                <a:gd name="connsiteY14" fmla="*/ 719860 h 7756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083774" h="775642">
                  <a:moveTo>
                    <a:pt x="219924" y="719860"/>
                  </a:moveTo>
                  <a:cubicBezTo>
                    <a:pt x="112609" y="771924"/>
                    <a:pt x="65858" y="683734"/>
                    <a:pt x="60545" y="674172"/>
                  </a:cubicBezTo>
                  <a:lnTo>
                    <a:pt x="58420" y="668859"/>
                  </a:lnTo>
                  <a:cubicBezTo>
                    <a:pt x="9544" y="571107"/>
                    <a:pt x="114734" y="519043"/>
                    <a:pt x="118984" y="515856"/>
                  </a:cubicBezTo>
                  <a:lnTo>
                    <a:pt x="1083756" y="48345"/>
                  </a:lnTo>
                  <a:lnTo>
                    <a:pt x="1083756" y="7969"/>
                  </a:lnTo>
                  <a:lnTo>
                    <a:pt x="103046" y="482917"/>
                  </a:lnTo>
                  <a:cubicBezTo>
                    <a:pt x="100921" y="483980"/>
                    <a:pt x="36107" y="516918"/>
                    <a:pt x="14856" y="578544"/>
                  </a:cubicBezTo>
                  <a:cubicBezTo>
                    <a:pt x="3169" y="613608"/>
                    <a:pt x="6356" y="649733"/>
                    <a:pt x="24419" y="686922"/>
                  </a:cubicBezTo>
                  <a:lnTo>
                    <a:pt x="26544" y="692234"/>
                  </a:lnTo>
                  <a:cubicBezTo>
                    <a:pt x="44607" y="726235"/>
                    <a:pt x="88171" y="775111"/>
                    <a:pt x="157235" y="775111"/>
                  </a:cubicBezTo>
                  <a:cubicBezTo>
                    <a:pt x="180610" y="775111"/>
                    <a:pt x="207173" y="768736"/>
                    <a:pt x="236924" y="754923"/>
                  </a:cubicBezTo>
                  <a:lnTo>
                    <a:pt x="1083756" y="344789"/>
                  </a:lnTo>
                  <a:lnTo>
                    <a:pt x="1083756" y="301226"/>
                  </a:lnTo>
                  <a:lnTo>
                    <a:pt x="219924" y="719860"/>
                  </a:ln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1FB04931-77A8-4259-95CA-DA7DEDB2DEFD}"/>
                </a:ext>
              </a:extLst>
            </p:cNvPr>
            <p:cNvSpPr/>
            <p:nvPr/>
          </p:nvSpPr>
          <p:spPr>
            <a:xfrm>
              <a:off x="9994666" y="301226"/>
              <a:ext cx="2199425" cy="1636287"/>
            </a:xfrm>
            <a:custGeom>
              <a:avLst/>
              <a:gdLst>
                <a:gd name="connsiteX0" fmla="*/ 538733 w 2199425"/>
                <a:gd name="connsiteY0" fmla="*/ 1550754 h 1636287"/>
                <a:gd name="connsiteX1" fmla="*/ 86098 w 2199425"/>
                <a:gd name="connsiteY1" fmla="*/ 1428564 h 1636287"/>
                <a:gd name="connsiteX2" fmla="*/ 80785 w 2199425"/>
                <a:gd name="connsiteY2" fmla="*/ 1416876 h 1636287"/>
                <a:gd name="connsiteX3" fmla="*/ 115848 w 2199425"/>
                <a:gd name="connsiteY3" fmla="*/ 1102369 h 1636287"/>
                <a:gd name="connsiteX4" fmla="*/ 257164 w 2199425"/>
                <a:gd name="connsiteY4" fmla="*/ 988679 h 1636287"/>
                <a:gd name="connsiteX5" fmla="*/ 2193084 w 2199425"/>
                <a:gd name="connsiteY5" fmla="*/ 49407 h 1636287"/>
                <a:gd name="connsiteX6" fmla="*/ 2193084 w 2199425"/>
                <a:gd name="connsiteY6" fmla="*/ 7969 h 1636287"/>
                <a:gd name="connsiteX7" fmla="*/ 241226 w 2199425"/>
                <a:gd name="connsiteY7" fmla="*/ 954678 h 1636287"/>
                <a:gd name="connsiteX8" fmla="*/ 23409 w 2199425"/>
                <a:gd name="connsiteY8" fmla="*/ 1187371 h 1636287"/>
                <a:gd name="connsiteX9" fmla="*/ 47847 w 2199425"/>
                <a:gd name="connsiteY9" fmla="*/ 1433876 h 1636287"/>
                <a:gd name="connsiteX10" fmla="*/ 53160 w 2199425"/>
                <a:gd name="connsiteY10" fmla="*/ 1445564 h 1636287"/>
                <a:gd name="connsiteX11" fmla="*/ 358104 w 2199425"/>
                <a:gd name="connsiteY11" fmla="*/ 1635756 h 1636287"/>
                <a:gd name="connsiteX12" fmla="*/ 555734 w 2199425"/>
                <a:gd name="connsiteY12" fmla="*/ 1585817 h 1636287"/>
                <a:gd name="connsiteX13" fmla="*/ 2193084 w 2199425"/>
                <a:gd name="connsiteY13" fmla="*/ 789987 h 1636287"/>
                <a:gd name="connsiteX14" fmla="*/ 2193084 w 2199425"/>
                <a:gd name="connsiteY14" fmla="*/ 748548 h 1636287"/>
                <a:gd name="connsiteX15" fmla="*/ 538733 w 2199425"/>
                <a:gd name="connsiteY15" fmla="*/ 1550754 h 16362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2199425" h="1636287">
                  <a:moveTo>
                    <a:pt x="538733" y="1550754"/>
                  </a:moveTo>
                  <a:cubicBezTo>
                    <a:pt x="228476" y="1701633"/>
                    <a:pt x="90348" y="1439189"/>
                    <a:pt x="86098" y="1428564"/>
                  </a:cubicBezTo>
                  <a:lnTo>
                    <a:pt x="80785" y="1416876"/>
                  </a:lnTo>
                  <a:cubicBezTo>
                    <a:pt x="24471" y="1303186"/>
                    <a:pt x="35097" y="1196934"/>
                    <a:pt x="115848" y="1102369"/>
                  </a:cubicBezTo>
                  <a:cubicBezTo>
                    <a:pt x="176412" y="1030117"/>
                    <a:pt x="256102" y="989741"/>
                    <a:pt x="257164" y="988679"/>
                  </a:cubicBezTo>
                  <a:lnTo>
                    <a:pt x="2193084" y="49407"/>
                  </a:lnTo>
                  <a:lnTo>
                    <a:pt x="2193084" y="7969"/>
                  </a:lnTo>
                  <a:lnTo>
                    <a:pt x="241226" y="954678"/>
                  </a:lnTo>
                  <a:cubicBezTo>
                    <a:pt x="234851" y="958928"/>
                    <a:pt x="74410" y="1037555"/>
                    <a:pt x="23409" y="1187371"/>
                  </a:cubicBezTo>
                  <a:cubicBezTo>
                    <a:pt x="-3154" y="1265998"/>
                    <a:pt x="4283" y="1348875"/>
                    <a:pt x="47847" y="1433876"/>
                  </a:cubicBezTo>
                  <a:lnTo>
                    <a:pt x="53160" y="1445564"/>
                  </a:lnTo>
                  <a:cubicBezTo>
                    <a:pt x="53160" y="1447689"/>
                    <a:pt x="150912" y="1635756"/>
                    <a:pt x="358104" y="1635756"/>
                  </a:cubicBezTo>
                  <a:cubicBezTo>
                    <a:pt x="415480" y="1635756"/>
                    <a:pt x="481357" y="1621943"/>
                    <a:pt x="555734" y="1585817"/>
                  </a:cubicBezTo>
                  <a:lnTo>
                    <a:pt x="2193084" y="789987"/>
                  </a:lnTo>
                  <a:lnTo>
                    <a:pt x="2193084" y="748548"/>
                  </a:lnTo>
                  <a:lnTo>
                    <a:pt x="538733" y="1550754"/>
                  </a:ln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</p:grpSp>
    </p:spTree>
    <p:extLst>
      <p:ext uri="{BB962C8B-B14F-4D97-AF65-F5344CB8AC3E}">
        <p14:creationId xmlns:p14="http://schemas.microsoft.com/office/powerpoint/2010/main" val="14141578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8DB6A3A-74E6-4FE2-8AD2-CEB0704471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ru-RU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0128AA-FDF4-4DD5-A009-3C58D24570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ru-RU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1C2DC0-7E13-4A66-9F9B-371BA9C6E4F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724400" y="5816818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ru-RU" dirty="0"/>
              <a:t>MM.DD.20XX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75097E-EB08-4475-9112-275B840279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04358" y="5816819"/>
            <a:ext cx="54944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bg1"/>
                </a:solidFill>
              </a:defRPr>
            </a:lvl1pPr>
          </a:lstStyle>
          <a:p>
            <a:fld id="{D495E168-DA5E-4888-8D8A-92B118324C1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1F296578-6D40-435B-861E-0904DDC10B7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12290" y="5816819"/>
            <a:ext cx="33987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ADD A FOOTER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2239991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  <p:sldLayoutId id="2147483665" r:id="rId2"/>
    <p:sldLayoutId id="2147483669" r:id="rId3"/>
    <p:sldLayoutId id="2147483672" r:id="rId4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accent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accent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572" userDrawn="1">
          <p15:clr>
            <a:srgbClr val="F26B43"/>
          </p15:clr>
        </p15:guide>
        <p15:guide id="2" pos="574" userDrawn="1">
          <p15:clr>
            <a:srgbClr val="F26B43"/>
          </p15:clr>
        </p15:guide>
        <p15:guide id="3" pos="7106" userDrawn="1">
          <p15:clr>
            <a:srgbClr val="F26B43"/>
          </p15:clr>
        </p15:guide>
        <p15:guide id="4" orient="horz" pos="3748" userDrawn="1">
          <p15:clr>
            <a:srgbClr val="F26B43"/>
          </p15:clr>
        </p15:guide>
        <p15:guide id="5" pos="4407" userDrawn="1">
          <p15:clr>
            <a:srgbClr val="F26B43"/>
          </p15:clr>
        </p15:guide>
        <p15:guide id="6" pos="3273" userDrawn="1">
          <p15:clr>
            <a:srgbClr val="F26B43"/>
          </p15:clr>
        </p15:guide>
        <p15:guide id="7" pos="3840" userDrawn="1">
          <p15:clr>
            <a:srgbClr val="F26B43"/>
          </p15:clr>
        </p15:guide>
        <p15:guide id="8" orient="horz" pos="216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Relationship Id="rId4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9FB32F06-148A-4481-808B-4DFDEBA880B9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6096000" y="923540"/>
            <a:ext cx="5242284" cy="484632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220" b="100000" l="0" r="100000">
                        <a14:foregroundMark x1="2068" y1="10561" x2="2068" y2="10561"/>
                        <a14:foregroundMark x1="7937" y1="23652" x2="7937" y2="23652"/>
                        <a14:foregroundMark x1="1677" y1="80858" x2="1677" y2="80858"/>
                        <a14:foregroundMark x1="11179" y1="88009" x2="11179" y2="88009"/>
                        <a14:foregroundMark x1="13527" y1="87129" x2="13527" y2="87129"/>
                        <a14:foregroundMark x1="19564" y1="85809" x2="19564" y2="85809"/>
                        <a14:foregroundMark x1="19285" y1="78328" x2="19285" y2="78328"/>
                        <a14:foregroundMark x1="25880" y1="91089" x2="25880" y2="91089"/>
                        <a14:foregroundMark x1="31470" y1="87679" x2="31470" y2="87679"/>
                        <a14:foregroundMark x1="34209" y1="85039" x2="34209" y2="85039"/>
                        <a14:foregroundMark x1="41420" y1="87679" x2="41420" y2="87679"/>
                        <a14:foregroundMark x1="46674" y1="86469" x2="46674" y2="86469"/>
                        <a14:foregroundMark x1="53829" y1="83388" x2="53829" y2="83388"/>
                        <a14:foregroundMark x1="58580" y1="85259" x2="58580" y2="85259"/>
                        <a14:foregroundMark x1="64394" y1="83828" x2="64394" y2="83828"/>
                        <a14:foregroundMark x1="70878" y1="85039" x2="70878" y2="85039"/>
                        <a14:foregroundMark x1="79709" y1="82838" x2="79709" y2="82838"/>
                        <a14:foregroundMark x1="84740" y1="87679" x2="84740" y2="87679"/>
                        <a14:foregroundMark x1="89380" y1="83058" x2="89380" y2="83058"/>
                        <a14:foregroundMark x1="96143" y1="5721" x2="96143" y2="5721"/>
                        <a14:foregroundMark x1="95416" y1="11001" x2="95416" y2="11001"/>
                        <a14:backgroundMark x1="9894" y1="91419" x2="9894" y2="91419"/>
                        <a14:backgroundMark x1="29290" y1="90869" x2="29290" y2="90869"/>
                        <a14:backgroundMark x1="39072" y1="85809" x2="39072" y2="85809"/>
                        <a14:backgroundMark x1="78480" y1="85369" x2="78480" y2="85369"/>
                        <a14:backgroundMark x1="23253" y1="99670" x2="23253" y2="99670"/>
                        <a14:backgroundMark x1="5143" y1="89879" x2="5143" y2="89879"/>
                        <a14:backgroundMark x1="25433" y1="83498" x2="25433" y2="83498"/>
                        <a14:backgroundMark x1="54388" y1="34323" x2="54388" y2="34323"/>
                        <a14:backgroundMark x1="53382" y1="27613" x2="53382" y2="27613"/>
                        <a14:backgroundMark x1="97261" y1="4620" x2="97261" y2="4620"/>
                        <a14:backgroundMark x1="99050" y1="1100" x2="99050" y2="110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619" y="5490793"/>
            <a:ext cx="2179120" cy="1107221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0B47ACB0-93CF-4211-A0E5-A0C82E88EF9D}"/>
              </a:ext>
            </a:extLst>
          </p:cNvPr>
          <p:cNvSpPr txBox="1">
            <a:spLocks/>
          </p:cNvSpPr>
          <p:nvPr/>
        </p:nvSpPr>
        <p:spPr bwMode="white">
          <a:xfrm>
            <a:off x="19033" y="1890868"/>
            <a:ext cx="10247823" cy="1455832"/>
          </a:xfrm>
          <a:prstGeom prst="rect">
            <a:avLst/>
          </a:prstGeom>
        </p:spPr>
        <p:txBody>
          <a:bodyPr anchor="t" anchorCtr="0">
            <a:noAutofit/>
          </a:bodyPr>
          <a:lstStyle>
            <a:lvl1pPr algn="l" defTabSz="146304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100" b="1" i="1" kern="1200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AAA</a:t>
            </a:r>
          </a:p>
          <a:p>
            <a:r>
              <a:rPr lang="en-GB" sz="3600" dirty="0">
                <a:ln w="0"/>
                <a:solidFill>
                  <a:schemeClr val="tx2">
                    <a:lumMod val="5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Infosys QA Managed Services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304B45E-0778-4266-8CEB-BEED5C163C66}"/>
              </a:ext>
            </a:extLst>
          </p:cNvPr>
          <p:cNvSpPr/>
          <p:nvPr/>
        </p:nvSpPr>
        <p:spPr>
          <a:xfrm>
            <a:off x="590892" y="3511301"/>
            <a:ext cx="4110317" cy="1384995"/>
          </a:xfrm>
          <a:prstGeom prst="rect">
            <a:avLst/>
          </a:prstGeom>
        </p:spPr>
        <p:txBody>
          <a:bodyPr wrap="square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r>
              <a:rPr lang="en-GB" sz="2800" b="1" dirty="0">
                <a:ln/>
                <a:solidFill>
                  <a:schemeClr val="tx2">
                    <a:lumMod val="75000"/>
                  </a:schemeClr>
                </a:solidFill>
              </a:rPr>
              <a:t>Appreciations Oct ,2020 up to present - AAA Mobile QA</a:t>
            </a:r>
          </a:p>
        </p:txBody>
      </p:sp>
    </p:spTree>
    <p:extLst>
      <p:ext uri="{BB962C8B-B14F-4D97-AF65-F5344CB8AC3E}">
        <p14:creationId xmlns:p14="http://schemas.microsoft.com/office/powerpoint/2010/main" val="16500126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8279529C-54A5-4681-A121-72E9B4F4AF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ADD A FOOTER</a:t>
            </a:r>
            <a:endParaRPr lang="ru-RU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DD9A5E9-679F-41C9-9231-4FF8B9D48C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95E168-DA5E-4888-8D8A-92B118324C14}" type="slidenum">
              <a:rPr lang="ru-RU" smtClean="0"/>
              <a:t>2</a:t>
            </a:fld>
            <a:endParaRPr lang="ru-RU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98060FD-25BC-420A-B2D4-B63A1F5D84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762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93927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66D48D2D-81A6-4E72-BAF8-EDF96A2464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ADD A FOOTER</a:t>
            </a:r>
            <a:endParaRPr lang="ru-RU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C9E9E7F-EF3F-43C8-ABA5-D310D4542C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95E168-DA5E-4888-8D8A-92B118324C14}" type="slidenum">
              <a:rPr lang="ru-RU" smtClean="0"/>
              <a:t>3</a:t>
            </a:fld>
            <a:endParaRPr lang="ru-RU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32852D2-7896-4E70-A94F-F5B8CA7CCC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0650" y="600613"/>
            <a:ext cx="9163050" cy="52162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51509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1B26B0AD-4268-4E44-9B1E-CA5CF19FBE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ADD A FOOTER</a:t>
            </a:r>
            <a:endParaRPr lang="ru-RU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CE724ED-C577-4B65-ABCC-AAE95E891B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95E168-DA5E-4888-8D8A-92B118324C14}" type="slidenum">
              <a:rPr lang="ru-RU" smtClean="0"/>
              <a:t>4</a:t>
            </a:fld>
            <a:endParaRPr lang="ru-RU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8B68D94-233C-4C6A-A72E-732611B047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26171" y="0"/>
            <a:ext cx="6460704" cy="67752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34265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95E168-DA5E-4888-8D8A-92B118324C14}" type="slidenum">
              <a:rPr lang="ru-RU" smtClean="0"/>
              <a:t>5</a:t>
            </a:fld>
            <a:endParaRPr lang="ru-RU" dirty="0"/>
          </a:p>
        </p:txBody>
      </p:sp>
      <p:sp>
        <p:nvSpPr>
          <p:cNvPr id="5" name="Title 3"/>
          <p:cNvSpPr>
            <a:spLocks noGrp="1"/>
          </p:cNvSpPr>
          <p:nvPr>
            <p:ph type="title"/>
          </p:nvPr>
        </p:nvSpPr>
        <p:spPr>
          <a:xfrm>
            <a:off x="238330" y="141764"/>
            <a:ext cx="11308231" cy="459577"/>
          </a:xfrm>
        </p:spPr>
        <p:txBody>
          <a:bodyPr>
            <a:noAutofit/>
          </a:bodyPr>
          <a:lstStyle/>
          <a:p>
            <a:pPr algn="just"/>
            <a:r>
              <a:rPr lang="en-US" sz="3200" dirty="0"/>
              <a:t>Appreciations (10/21/20 to 10/27/20)  </a:t>
            </a:r>
            <a:endParaRPr lang="en-US" sz="3200" dirty="0">
              <a:solidFill>
                <a:srgbClr val="FF0000"/>
              </a:solidFill>
            </a:endParaRPr>
          </a:p>
        </p:txBody>
      </p:sp>
      <p:graphicFrame>
        <p:nvGraphicFramePr>
          <p:cNvPr id="4" name="Content Placeholder 6">
            <a:extLst>
              <a:ext uri="{FF2B5EF4-FFF2-40B4-BE49-F238E27FC236}">
                <a16:creationId xmlns:a16="http://schemas.microsoft.com/office/drawing/2014/main" id="{4EF0DC14-C2F1-4FAE-A0EC-922746AF8397}"/>
              </a:ext>
            </a:extLst>
          </p:cNvPr>
          <p:cNvGraphicFramePr>
            <a:graphicFrameLocks/>
          </p:cNvGraphicFramePr>
          <p:nvPr/>
        </p:nvGraphicFramePr>
        <p:xfrm>
          <a:off x="300733" y="1353341"/>
          <a:ext cx="11559210" cy="359082"/>
        </p:xfrm>
        <a:graphic>
          <a:graphicData uri="http://schemas.openxmlformats.org/drawingml/2006/table">
            <a:tbl>
              <a:tblPr/>
              <a:tblGrid>
                <a:gridCol w="125284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3106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7852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9565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8287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9405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753767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2286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123122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1335825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359082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Doc Name: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QA Weekly Status Report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Updated on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10/27/20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Prep By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Infosys QA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Reviewed By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Sundar</a:t>
                      </a:r>
                      <a:endParaRPr lang="en-US" sz="1600" b="1" i="0" u="none" strike="noStrike" dirty="0">
                        <a:solidFill>
                          <a:srgbClr val="00B05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7B5284DA-8352-47BC-9508-C34734DA90DD}"/>
              </a:ext>
            </a:extLst>
          </p:cNvPr>
          <p:cNvGraphicFramePr>
            <a:graphicFrameLocks noGrp="1"/>
          </p:cNvGraphicFramePr>
          <p:nvPr/>
        </p:nvGraphicFramePr>
        <p:xfrm>
          <a:off x="300733" y="2066759"/>
          <a:ext cx="11559210" cy="617242"/>
        </p:xfrm>
        <a:graphic>
          <a:graphicData uri="http://schemas.openxmlformats.org/drawingml/2006/table">
            <a:tbl>
              <a:tblPr/>
              <a:tblGrid>
                <a:gridCol w="2321005">
                  <a:extLst>
                    <a:ext uri="{9D8B030D-6E8A-4147-A177-3AD203B41FA5}">
                      <a16:colId xmlns:a16="http://schemas.microsoft.com/office/drawing/2014/main" val="213927935"/>
                    </a:ext>
                  </a:extLst>
                </a:gridCol>
                <a:gridCol w="9238205">
                  <a:extLst>
                    <a:ext uri="{9D8B030D-6E8A-4147-A177-3AD203B41FA5}">
                      <a16:colId xmlns:a16="http://schemas.microsoft.com/office/drawing/2014/main" val="459630590"/>
                    </a:ext>
                  </a:extLst>
                </a:gridCol>
              </a:tblGrid>
              <a:tr h="617242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AAA Mobile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SRR document for Ionic 5 release and Neil appreciated the efforts and detailed</a:t>
                      </a:r>
                      <a:r>
                        <a:rPr lang="en-US" baseline="0" dirty="0"/>
                        <a:t> information</a:t>
                      </a:r>
                      <a:endParaRPr lang="en-US" dirty="0"/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5811178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535112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95E168-DA5E-4888-8D8A-92B118324C14}" type="slidenum">
              <a:rPr lang="ru-RU" smtClean="0"/>
              <a:t>6</a:t>
            </a:fld>
            <a:endParaRPr lang="ru-RU" dirty="0"/>
          </a:p>
        </p:txBody>
      </p:sp>
      <p:sp>
        <p:nvSpPr>
          <p:cNvPr id="5" name="Title 3"/>
          <p:cNvSpPr>
            <a:spLocks noGrp="1"/>
          </p:cNvSpPr>
          <p:nvPr>
            <p:ph type="title"/>
          </p:nvPr>
        </p:nvSpPr>
        <p:spPr>
          <a:xfrm>
            <a:off x="238330" y="141764"/>
            <a:ext cx="11308231" cy="459577"/>
          </a:xfrm>
        </p:spPr>
        <p:txBody>
          <a:bodyPr>
            <a:noAutofit/>
          </a:bodyPr>
          <a:lstStyle/>
          <a:p>
            <a:pPr algn="just"/>
            <a:r>
              <a:rPr lang="en-US" sz="3200" dirty="0"/>
              <a:t>Appreciations (9/30/20 to 10/06/20)  </a:t>
            </a:r>
            <a:endParaRPr lang="en-US" sz="3200" dirty="0">
              <a:solidFill>
                <a:srgbClr val="FF0000"/>
              </a:solidFill>
            </a:endParaRPr>
          </a:p>
        </p:txBody>
      </p:sp>
      <p:graphicFrame>
        <p:nvGraphicFramePr>
          <p:cNvPr id="6" name="Content Placeholder 6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12236444"/>
              </p:ext>
            </p:extLst>
          </p:nvPr>
        </p:nvGraphicFramePr>
        <p:xfrm>
          <a:off x="288758" y="914399"/>
          <a:ext cx="10515600" cy="291776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1932391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95E168-DA5E-4888-8D8A-92B118324C14}" type="slidenum">
              <a:rPr lang="ru-RU" smtClean="0"/>
              <a:t>7</a:t>
            </a:fld>
            <a:endParaRPr lang="ru-RU" dirty="0"/>
          </a:p>
        </p:txBody>
      </p:sp>
      <p:sp>
        <p:nvSpPr>
          <p:cNvPr id="5" name="Title 3"/>
          <p:cNvSpPr>
            <a:spLocks noGrp="1"/>
          </p:cNvSpPr>
          <p:nvPr>
            <p:ph type="title"/>
          </p:nvPr>
        </p:nvSpPr>
        <p:spPr>
          <a:xfrm>
            <a:off x="238330" y="141764"/>
            <a:ext cx="11308231" cy="459577"/>
          </a:xfrm>
        </p:spPr>
        <p:txBody>
          <a:bodyPr>
            <a:noAutofit/>
          </a:bodyPr>
          <a:lstStyle/>
          <a:p>
            <a:pPr algn="just"/>
            <a:r>
              <a:rPr lang="en-US" sz="3200" dirty="0"/>
              <a:t>Appreciations (10/14/20 to 10/20/20)  </a:t>
            </a:r>
            <a:endParaRPr lang="en-US" sz="3200" dirty="0">
              <a:solidFill>
                <a:srgbClr val="FF0000"/>
              </a:solidFill>
            </a:endParaRPr>
          </a:p>
        </p:txBody>
      </p:sp>
      <p:graphicFrame>
        <p:nvGraphicFramePr>
          <p:cNvPr id="4" name="Content Placeholder 6">
            <a:extLst>
              <a:ext uri="{FF2B5EF4-FFF2-40B4-BE49-F238E27FC236}">
                <a16:creationId xmlns:a16="http://schemas.microsoft.com/office/drawing/2014/main" id="{4EF0DC14-C2F1-4FAE-A0EC-922746AF8397}"/>
              </a:ext>
            </a:extLst>
          </p:cNvPr>
          <p:cNvGraphicFramePr>
            <a:graphicFrameLocks/>
          </p:cNvGraphicFramePr>
          <p:nvPr/>
        </p:nvGraphicFramePr>
        <p:xfrm>
          <a:off x="300733" y="1353341"/>
          <a:ext cx="11559210" cy="359082"/>
        </p:xfrm>
        <a:graphic>
          <a:graphicData uri="http://schemas.openxmlformats.org/drawingml/2006/table">
            <a:tbl>
              <a:tblPr/>
              <a:tblGrid>
                <a:gridCol w="125284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3106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7852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9565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8287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9405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753767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2286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123122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1335825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359082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Doc Name: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QA Weekly Status Report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Updated on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10/20/20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Prep By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Infosys QA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Reviewed By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Sundar</a:t>
                      </a:r>
                      <a:endParaRPr lang="en-US" sz="1600" b="1" i="0" u="none" strike="noStrike" dirty="0">
                        <a:solidFill>
                          <a:srgbClr val="00B05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7B5284DA-8352-47BC-9508-C34734DA90D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97602407"/>
              </p:ext>
            </p:extLst>
          </p:nvPr>
        </p:nvGraphicFramePr>
        <p:xfrm>
          <a:off x="300733" y="2066759"/>
          <a:ext cx="11559210" cy="984885"/>
        </p:xfrm>
        <a:graphic>
          <a:graphicData uri="http://schemas.openxmlformats.org/drawingml/2006/table">
            <a:tbl>
              <a:tblPr/>
              <a:tblGrid>
                <a:gridCol w="2321005">
                  <a:extLst>
                    <a:ext uri="{9D8B030D-6E8A-4147-A177-3AD203B41FA5}">
                      <a16:colId xmlns:a16="http://schemas.microsoft.com/office/drawing/2014/main" val="213927935"/>
                    </a:ext>
                  </a:extLst>
                </a:gridCol>
                <a:gridCol w="9238205">
                  <a:extLst>
                    <a:ext uri="{9D8B030D-6E8A-4147-A177-3AD203B41FA5}">
                      <a16:colId xmlns:a16="http://schemas.microsoft.com/office/drawing/2014/main" val="459630590"/>
                    </a:ext>
                  </a:extLst>
                </a:gridCol>
              </a:tblGrid>
              <a:tr h="617242"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6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+mn-ea"/>
                          <a:cs typeface="+mn-cs"/>
                        </a:rPr>
                        <a:t>AAA Mobile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6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+mn-ea"/>
                          <a:cs typeface="+mn-cs"/>
                        </a:rPr>
                        <a:t>Neil and AAA</a:t>
                      </a:r>
                      <a:r>
                        <a:rPr lang="en-US" sz="1600" b="0" i="0" u="none" strike="noStrike" kern="1200" baseline="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+mn-ea"/>
                          <a:cs typeface="+mn-cs"/>
                        </a:rPr>
                        <a:t> mobile team has appreciated Dhanshri on multiple instances for extended support hours and raising critical major bugs in both pre and post production</a:t>
                      </a:r>
                    </a:p>
                    <a:p>
                      <a:pPr marL="285750" marR="0" lvl="0" indent="-28575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6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+mn-ea"/>
                          <a:cs typeface="+mn-cs"/>
                        </a:rPr>
                        <a:t>AAA mobile team has appreciated QA team for all the efforts</a:t>
                      </a:r>
                      <a:r>
                        <a:rPr lang="en-US" sz="1600" b="0" i="0" u="none" strike="noStrike" kern="1200" baseline="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+mn-ea"/>
                          <a:cs typeface="+mn-cs"/>
                        </a:rPr>
                        <a:t> towards Ionic 5 release</a:t>
                      </a:r>
                    </a:p>
                    <a:p>
                      <a:pPr marL="285750" marR="0" lvl="0" indent="-28575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</a:pPr>
                      <a:r>
                        <a:rPr lang="en-US" sz="1600" b="0" i="0" u="none" strike="noStrike" kern="1200" baseline="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+mn-ea"/>
                          <a:cs typeface="+mn-cs"/>
                        </a:rPr>
                        <a:t>Ricardo appreciated Dhanu's efforts and requested to implement the best practices for other projects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9250619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033705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95E168-DA5E-4888-8D8A-92B118324C14}" type="slidenum">
              <a:rPr lang="ru-RU" smtClean="0"/>
              <a:t>8</a:t>
            </a:fld>
            <a:endParaRPr lang="ru-RU" dirty="0"/>
          </a:p>
        </p:txBody>
      </p:sp>
      <p:sp>
        <p:nvSpPr>
          <p:cNvPr id="5" name="Title 3"/>
          <p:cNvSpPr>
            <a:spLocks noGrp="1"/>
          </p:cNvSpPr>
          <p:nvPr>
            <p:ph type="title"/>
          </p:nvPr>
        </p:nvSpPr>
        <p:spPr>
          <a:xfrm>
            <a:off x="238330" y="141764"/>
            <a:ext cx="11308231" cy="459577"/>
          </a:xfrm>
        </p:spPr>
        <p:txBody>
          <a:bodyPr>
            <a:noAutofit/>
          </a:bodyPr>
          <a:lstStyle/>
          <a:p>
            <a:pPr algn="just"/>
            <a:r>
              <a:rPr lang="en-US" sz="3200" dirty="0"/>
              <a:t>Appreciations (</a:t>
            </a:r>
            <a:r>
              <a:rPr lang="en-GB" sz="3200" dirty="0">
                <a:ln/>
              </a:rPr>
              <a:t>11/11/20 to 11/17/20</a:t>
            </a:r>
            <a:r>
              <a:rPr lang="en-US" sz="3200" dirty="0"/>
              <a:t>)  </a:t>
            </a:r>
            <a:endParaRPr lang="en-US" sz="3200" dirty="0">
              <a:solidFill>
                <a:srgbClr val="FF0000"/>
              </a:solidFill>
            </a:endParaRPr>
          </a:p>
        </p:txBody>
      </p:sp>
      <p:graphicFrame>
        <p:nvGraphicFramePr>
          <p:cNvPr id="4" name="Content Placeholder 6">
            <a:extLst>
              <a:ext uri="{FF2B5EF4-FFF2-40B4-BE49-F238E27FC236}">
                <a16:creationId xmlns:a16="http://schemas.microsoft.com/office/drawing/2014/main" id="{4EF0DC14-C2F1-4FAE-A0EC-922746AF8397}"/>
              </a:ext>
            </a:extLst>
          </p:cNvPr>
          <p:cNvGraphicFramePr>
            <a:graphicFrameLocks/>
          </p:cNvGraphicFramePr>
          <p:nvPr/>
        </p:nvGraphicFramePr>
        <p:xfrm>
          <a:off x="300733" y="1353341"/>
          <a:ext cx="11559210" cy="359082"/>
        </p:xfrm>
        <a:graphic>
          <a:graphicData uri="http://schemas.openxmlformats.org/drawingml/2006/table">
            <a:tbl>
              <a:tblPr/>
              <a:tblGrid>
                <a:gridCol w="125284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3106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7852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9565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8287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9405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753767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2286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123122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1335825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359082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Doc Name: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QA Weekly Status Report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Updated on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11/17/20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Prep By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Infosys QA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Reviewed By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Sundar</a:t>
                      </a:r>
                      <a:endParaRPr lang="en-US" sz="1600" b="1" i="0" u="none" strike="noStrike" dirty="0">
                        <a:solidFill>
                          <a:srgbClr val="00B05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7B5284DA-8352-47BC-9508-C34734DA90DD}"/>
              </a:ext>
            </a:extLst>
          </p:cNvPr>
          <p:cNvGraphicFramePr>
            <a:graphicFrameLocks noGrp="1"/>
          </p:cNvGraphicFramePr>
          <p:nvPr/>
        </p:nvGraphicFramePr>
        <p:xfrm>
          <a:off x="300733" y="2066759"/>
          <a:ext cx="11559210" cy="1228725"/>
        </p:xfrm>
        <a:graphic>
          <a:graphicData uri="http://schemas.openxmlformats.org/drawingml/2006/table">
            <a:tbl>
              <a:tblPr/>
              <a:tblGrid>
                <a:gridCol w="2321005">
                  <a:extLst>
                    <a:ext uri="{9D8B030D-6E8A-4147-A177-3AD203B41FA5}">
                      <a16:colId xmlns:a16="http://schemas.microsoft.com/office/drawing/2014/main" val="213927935"/>
                    </a:ext>
                  </a:extLst>
                </a:gridCol>
                <a:gridCol w="9238205">
                  <a:extLst>
                    <a:ext uri="{9D8B030D-6E8A-4147-A177-3AD203B41FA5}">
                      <a16:colId xmlns:a16="http://schemas.microsoft.com/office/drawing/2014/main" val="459630590"/>
                    </a:ext>
                  </a:extLst>
                </a:gridCol>
              </a:tblGrid>
              <a:tr h="617242"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6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+mn-ea"/>
                          <a:cs typeface="+mn-cs"/>
                        </a:rPr>
                        <a:t>AAA Mobile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marL="285750" lvl="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+mn-ea"/>
                          <a:cs typeface="+mn-cs"/>
                        </a:rPr>
                        <a:t>On Zoom by Christine – Christine appreciated Dhanu for doing a great job,</a:t>
                      </a:r>
                      <a:r>
                        <a:rPr lang="en-US" sz="1600" b="0" i="0" u="none" strike="noStrike" kern="1200" baseline="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+mn-ea"/>
                          <a:cs typeface="+mn-cs"/>
                        </a:rPr>
                        <a:t> for </a:t>
                      </a:r>
                      <a:r>
                        <a:rPr lang="en-US" sz="16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+mn-ea"/>
                          <a:cs typeface="+mn-cs"/>
                        </a:rPr>
                        <a:t>being very flexible,</a:t>
                      </a:r>
                      <a:r>
                        <a:rPr lang="en-US" sz="1600" b="0" i="0" u="none" strike="noStrike" kern="1200" baseline="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6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+mn-ea"/>
                          <a:cs typeface="+mn-cs"/>
                        </a:rPr>
                        <a:t>playing a good role and really appreciate all of her work .</a:t>
                      </a:r>
                    </a:p>
                    <a:p>
                      <a:pPr marL="285750" lvl="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+mn-ea"/>
                          <a:cs typeface="+mn-cs"/>
                        </a:rPr>
                        <a:t>In scrum meeting by Christine – Christine appreciated Dhanu for the additional </a:t>
                      </a:r>
                      <a:r>
                        <a:rPr lang="en-US" sz="1600" b="0" i="0" u="none" strike="noStrike" kern="1200" baseline="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+mn-ea"/>
                          <a:cs typeface="+mn-cs"/>
                        </a:rPr>
                        <a:t>effort of being responsible to represent the offshore resource as well as doing a great job in being on top of all the activities</a:t>
                      </a:r>
                    </a:p>
                    <a:p>
                      <a:pPr marL="285750" lvl="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b="0" i="0" u="none" strike="noStrike" kern="1200" baseline="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+mn-ea"/>
                          <a:cs typeface="+mn-cs"/>
                        </a:rPr>
                        <a:t>Estimation efforts: Team appreciated the efforts for breaking down the individual estimation efforts</a:t>
                      </a:r>
                      <a:endParaRPr lang="en-US" sz="1600" b="0" i="0" u="none" strike="noStrike" kern="1200" dirty="0">
                        <a:solidFill>
                          <a:srgbClr val="000000"/>
                        </a:solidFill>
                        <a:effectLst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5811178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673510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95E168-DA5E-4888-8D8A-92B118324C14}" type="slidenum">
              <a:rPr lang="ru-RU" smtClean="0"/>
              <a:t>9</a:t>
            </a:fld>
            <a:endParaRPr lang="ru-RU" dirty="0"/>
          </a:p>
        </p:txBody>
      </p:sp>
      <p:sp>
        <p:nvSpPr>
          <p:cNvPr id="5" name="Title 3"/>
          <p:cNvSpPr>
            <a:spLocks noGrp="1"/>
          </p:cNvSpPr>
          <p:nvPr>
            <p:ph type="title"/>
          </p:nvPr>
        </p:nvSpPr>
        <p:spPr>
          <a:xfrm>
            <a:off x="238330" y="141764"/>
            <a:ext cx="11308231" cy="459577"/>
          </a:xfrm>
        </p:spPr>
        <p:txBody>
          <a:bodyPr>
            <a:noAutofit/>
          </a:bodyPr>
          <a:lstStyle/>
          <a:p>
            <a:pPr algn="just"/>
            <a:r>
              <a:rPr lang="en-US" sz="3200" dirty="0"/>
              <a:t>Appreciations (11/18/20 to 11/24/20)  </a:t>
            </a:r>
            <a:endParaRPr lang="en-US" sz="3200" dirty="0">
              <a:solidFill>
                <a:srgbClr val="FF0000"/>
              </a:solidFill>
            </a:endParaRPr>
          </a:p>
        </p:txBody>
      </p:sp>
      <p:graphicFrame>
        <p:nvGraphicFramePr>
          <p:cNvPr id="4" name="Content Placeholder 6">
            <a:extLst>
              <a:ext uri="{FF2B5EF4-FFF2-40B4-BE49-F238E27FC236}">
                <a16:creationId xmlns:a16="http://schemas.microsoft.com/office/drawing/2014/main" id="{4EF0DC14-C2F1-4FAE-A0EC-922746AF8397}"/>
              </a:ext>
            </a:extLst>
          </p:cNvPr>
          <p:cNvGraphicFramePr>
            <a:graphicFrameLocks/>
          </p:cNvGraphicFramePr>
          <p:nvPr/>
        </p:nvGraphicFramePr>
        <p:xfrm>
          <a:off x="300733" y="1353341"/>
          <a:ext cx="11559210" cy="359082"/>
        </p:xfrm>
        <a:graphic>
          <a:graphicData uri="http://schemas.openxmlformats.org/drawingml/2006/table">
            <a:tbl>
              <a:tblPr/>
              <a:tblGrid>
                <a:gridCol w="125284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3106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7852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9565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8287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9405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753767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2286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123122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1335825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359082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Doc Name: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QA Weekly Status Report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Updated on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11/24/20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Prep By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Infosys QA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Reviewed By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Sundar</a:t>
                      </a:r>
                      <a:endParaRPr lang="en-US" sz="1600" b="1" i="0" u="none" strike="noStrike" dirty="0">
                        <a:solidFill>
                          <a:srgbClr val="00B05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7B5284DA-8352-47BC-9508-C34734DA90DD}"/>
              </a:ext>
            </a:extLst>
          </p:cNvPr>
          <p:cNvGraphicFramePr>
            <a:graphicFrameLocks noGrp="1"/>
          </p:cNvGraphicFramePr>
          <p:nvPr/>
        </p:nvGraphicFramePr>
        <p:xfrm>
          <a:off x="300733" y="2066759"/>
          <a:ext cx="11559210" cy="2447925"/>
        </p:xfrm>
        <a:graphic>
          <a:graphicData uri="http://schemas.openxmlformats.org/drawingml/2006/table">
            <a:tbl>
              <a:tblPr/>
              <a:tblGrid>
                <a:gridCol w="2321005">
                  <a:extLst>
                    <a:ext uri="{9D8B030D-6E8A-4147-A177-3AD203B41FA5}">
                      <a16:colId xmlns:a16="http://schemas.microsoft.com/office/drawing/2014/main" val="213927935"/>
                    </a:ext>
                  </a:extLst>
                </a:gridCol>
                <a:gridCol w="9238205">
                  <a:extLst>
                    <a:ext uri="{9D8B030D-6E8A-4147-A177-3AD203B41FA5}">
                      <a16:colId xmlns:a16="http://schemas.microsoft.com/office/drawing/2014/main" val="459630590"/>
                    </a:ext>
                  </a:extLst>
                </a:gridCol>
              </a:tblGrid>
              <a:tr h="617242"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6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+mn-ea"/>
                          <a:cs typeface="+mn-cs"/>
                        </a:rPr>
                        <a:t>AAA Mobile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arenR"/>
                        <a:tabLst/>
                        <a:defRPr/>
                      </a:pPr>
                      <a:r>
                        <a:rPr lang="en-US" sz="16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+mn-ea"/>
                          <a:cs typeface="+mn-cs"/>
                        </a:rPr>
                        <a:t>In the “Mobile Release Planning “ meeting Ralph was “ Thanking &amp; Appreciating “ to all clubs and he included QA Team for working hard and supporting through the craziness with series of Builds coming on way for testing and retesting. </a:t>
                      </a:r>
                    </a:p>
                    <a:p>
                      <a:pPr marL="342900" marR="0" lvl="0" indent="-34290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arenR"/>
                        <a:tabLst/>
                        <a:defRPr/>
                      </a:pPr>
                      <a:r>
                        <a:rPr lang="en-US" sz="16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+mn-ea"/>
                          <a:cs typeface="+mn-cs"/>
                        </a:rPr>
                        <a:t>With the ACG Stuck User issue , I was the only one to  “ Recreate the issue “ . </a:t>
                      </a:r>
                    </a:p>
                    <a:p>
                      <a:pPr marL="1200150" marR="0" lvl="2" indent="-28575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6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+mn-ea"/>
                          <a:cs typeface="+mn-cs"/>
                        </a:rPr>
                        <a:t>“ Awesome Job “ by Lead Developer via email and on channel</a:t>
                      </a:r>
                    </a:p>
                    <a:p>
                      <a:pPr marL="1200150" marR="0" lvl="2" indent="-28575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6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+mn-ea"/>
                          <a:cs typeface="+mn-cs"/>
                        </a:rPr>
                        <a:t>“ Nice Work “ by Christine mentioning that “ We all agree what Nathan said “ you did nice work on channel     </a:t>
                      </a:r>
                    </a:p>
                    <a:p>
                      <a:pPr marL="1200150" marR="0" lvl="2" indent="-28575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6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+mn-ea"/>
                          <a:cs typeface="+mn-cs"/>
                        </a:rPr>
                        <a:t>While chatting on slack with Nathan – he mentioned ACG team was surprised that I could reproduce this issue. </a:t>
                      </a:r>
                    </a:p>
                    <a:p>
                      <a:pPr marL="342900" marR="0" lvl="0" indent="-34290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arenR"/>
                        <a:tabLst/>
                        <a:defRPr/>
                      </a:pPr>
                      <a:r>
                        <a:rPr lang="en-US" sz="16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+mn-ea"/>
                          <a:cs typeface="+mn-cs"/>
                        </a:rPr>
                        <a:t>For MWG testing requested by Ralph – He Thanked during the scrum as he found my findings “ Interesting”            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5811178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6139558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95E168-DA5E-4888-8D8A-92B118324C14}" type="slidenum">
              <a:rPr lang="ru-RU" smtClean="0"/>
              <a:pPr/>
              <a:t>10</a:t>
            </a:fld>
            <a:endParaRPr lang="ru-RU" dirty="0"/>
          </a:p>
        </p:txBody>
      </p:sp>
      <p:sp>
        <p:nvSpPr>
          <p:cNvPr id="5" name="Title 3"/>
          <p:cNvSpPr>
            <a:spLocks noGrp="1"/>
          </p:cNvSpPr>
          <p:nvPr>
            <p:ph type="title"/>
          </p:nvPr>
        </p:nvSpPr>
        <p:spPr>
          <a:xfrm>
            <a:off x="238330" y="141764"/>
            <a:ext cx="11308231" cy="459577"/>
          </a:xfrm>
        </p:spPr>
        <p:txBody>
          <a:bodyPr>
            <a:noAutofit/>
          </a:bodyPr>
          <a:lstStyle/>
          <a:p>
            <a:pPr algn="just"/>
            <a:r>
              <a:rPr lang="en-US" sz="3200" dirty="0"/>
              <a:t>Appreciations (11/25/20 to 12/01/20)  </a:t>
            </a:r>
            <a:endParaRPr lang="en-US" sz="3200" dirty="0">
              <a:solidFill>
                <a:srgbClr val="FF0000"/>
              </a:solidFill>
            </a:endParaRPr>
          </a:p>
        </p:txBody>
      </p:sp>
      <p:graphicFrame>
        <p:nvGraphicFramePr>
          <p:cNvPr id="4" name="Content Placeholder 6">
            <a:extLst>
              <a:ext uri="{FF2B5EF4-FFF2-40B4-BE49-F238E27FC236}">
                <a16:creationId xmlns:a16="http://schemas.microsoft.com/office/drawing/2014/main" id="{4EF0DC14-C2F1-4FAE-A0EC-922746AF8397}"/>
              </a:ext>
            </a:extLst>
          </p:cNvPr>
          <p:cNvGraphicFramePr>
            <a:graphicFrameLocks/>
          </p:cNvGraphicFramePr>
          <p:nvPr/>
        </p:nvGraphicFramePr>
        <p:xfrm>
          <a:off x="300733" y="1353341"/>
          <a:ext cx="11559210" cy="359082"/>
        </p:xfrm>
        <a:graphic>
          <a:graphicData uri="http://schemas.openxmlformats.org/drawingml/2006/table">
            <a:tbl>
              <a:tblPr/>
              <a:tblGrid>
                <a:gridCol w="125284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3106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7852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9565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8287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9405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753767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2286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123122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1335825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359082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Doc Name: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QA Weekly Status Report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Updated on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12/01/20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Prep By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Infosys QA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Reviewed By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Sundar</a:t>
                      </a:r>
                      <a:endParaRPr lang="en-US" sz="1600" b="1" i="0" u="none" strike="noStrike" dirty="0">
                        <a:solidFill>
                          <a:srgbClr val="00B05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7B5284DA-8352-47BC-9508-C34734DA90DD}"/>
              </a:ext>
            </a:extLst>
          </p:cNvPr>
          <p:cNvGraphicFramePr>
            <a:graphicFrameLocks noGrp="1"/>
          </p:cNvGraphicFramePr>
          <p:nvPr/>
        </p:nvGraphicFramePr>
        <p:xfrm>
          <a:off x="300733" y="2066759"/>
          <a:ext cx="11559210" cy="1472565"/>
        </p:xfrm>
        <a:graphic>
          <a:graphicData uri="http://schemas.openxmlformats.org/drawingml/2006/table">
            <a:tbl>
              <a:tblPr/>
              <a:tblGrid>
                <a:gridCol w="2321005">
                  <a:extLst>
                    <a:ext uri="{9D8B030D-6E8A-4147-A177-3AD203B41FA5}">
                      <a16:colId xmlns:a16="http://schemas.microsoft.com/office/drawing/2014/main" val="213927935"/>
                    </a:ext>
                  </a:extLst>
                </a:gridCol>
                <a:gridCol w="9238205">
                  <a:extLst>
                    <a:ext uri="{9D8B030D-6E8A-4147-A177-3AD203B41FA5}">
                      <a16:colId xmlns:a16="http://schemas.microsoft.com/office/drawing/2014/main" val="459630590"/>
                    </a:ext>
                  </a:extLst>
                </a:gridCol>
              </a:tblGrid>
              <a:tr h="617242"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6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+mn-ea"/>
                          <a:cs typeface="+mn-cs"/>
                        </a:rPr>
                        <a:t>AAA Mobile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arenR"/>
                        <a:tabLst/>
                        <a:defRPr/>
                      </a:pPr>
                      <a:r>
                        <a:rPr lang="en-US" sz="16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+mn-ea"/>
                          <a:cs typeface="+mn-cs"/>
                        </a:rPr>
                        <a:t>With the ACG Stuck User issue , I was the only one to  “ Recreate the issue “ . </a:t>
                      </a:r>
                    </a:p>
                    <a:p>
                      <a:pPr marL="1200150" marR="0" lvl="2" indent="-28575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6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+mn-ea"/>
                          <a:cs typeface="+mn-cs"/>
                        </a:rPr>
                        <a:t>“ Great Job “ by Neil on slack</a:t>
                      </a:r>
                    </a:p>
                    <a:p>
                      <a:pPr marL="1200150" marR="0" lvl="2" indent="-28575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6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+mn-ea"/>
                          <a:cs typeface="+mn-cs"/>
                        </a:rPr>
                        <a:t>“You work hard during weekends “ by Neil on slack</a:t>
                      </a:r>
                    </a:p>
                    <a:p>
                      <a:pPr marL="342900" marR="0" lvl="0" indent="-34290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arenR"/>
                        <a:tabLst/>
                        <a:defRPr/>
                      </a:pPr>
                      <a:r>
                        <a:rPr lang="en-US" sz="16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+mn-ea"/>
                          <a:cs typeface="+mn-cs"/>
                        </a:rPr>
                        <a:t>Jira Link for Trello Board created which includes all Artifacts ( Jira test cycle links + List of the tickets tested in that release</a:t>
                      </a:r>
                      <a:r>
                        <a:rPr lang="en-US" sz="1600" b="0" i="0" u="none" strike="noStrike" kern="1200" baseline="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+mn-ea"/>
                          <a:cs typeface="+mn-cs"/>
                        </a:rPr>
                        <a:t> + SRR report )</a:t>
                      </a:r>
                      <a:r>
                        <a:rPr lang="en-US" sz="16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+mn-ea"/>
                          <a:cs typeface="+mn-cs"/>
                        </a:rPr>
                        <a:t>–</a:t>
                      </a:r>
                      <a:r>
                        <a:rPr lang="en-US" sz="1600" b="0" i="0" u="none" strike="noStrike" kern="1200" baseline="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+mn-ea"/>
                          <a:cs typeface="+mn-cs"/>
                        </a:rPr>
                        <a:t> Shared with Ralph &amp; Christine after taking approval from Neil.</a:t>
                      </a:r>
                      <a:endParaRPr lang="en-US" sz="1600" b="0" i="0" u="none" strike="noStrike" kern="1200" dirty="0">
                        <a:solidFill>
                          <a:srgbClr val="000000"/>
                        </a:solidFill>
                        <a:effectLst/>
                        <a:latin typeface="Calibri"/>
                        <a:ea typeface="+mn-ea"/>
                        <a:cs typeface="+mn-cs"/>
                      </a:endParaRPr>
                    </a:p>
                    <a:p>
                      <a:pPr marL="1257300" marR="0" lvl="2" indent="-34290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lang="en-US" sz="16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+mn-ea"/>
                          <a:cs typeface="+mn-cs"/>
                        </a:rPr>
                        <a:t>“ This is great “ – By Ralph     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58111782"/>
                  </a:ext>
                </a:extLst>
              </a:tr>
            </a:tbl>
          </a:graphicData>
        </a:graphic>
      </p:graphicFrame>
      <p:sp>
        <p:nvSpPr>
          <p:cNvPr id="3" name="AutoShape 2">
            <a:extLst>
              <a:ext uri="{FF2B5EF4-FFF2-40B4-BE49-F238E27FC236}">
                <a16:creationId xmlns:a16="http://schemas.microsoft.com/office/drawing/2014/main" id="{63FDB88D-C2CE-4A1A-B24C-689A7F1C932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7" name="AutoShape 4">
            <a:extLst>
              <a:ext uri="{FF2B5EF4-FFF2-40B4-BE49-F238E27FC236}">
                <a16:creationId xmlns:a16="http://schemas.microsoft.com/office/drawing/2014/main" id="{EF211E7B-DEAC-4523-87DF-8230AE2DE9F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892491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95E168-DA5E-4888-8D8A-92B118324C14}" type="slidenum">
              <a:rPr lang="ru-RU" smtClean="0"/>
              <a:pPr/>
              <a:t>11</a:t>
            </a:fld>
            <a:endParaRPr lang="ru-RU" dirty="0"/>
          </a:p>
        </p:txBody>
      </p:sp>
      <p:sp>
        <p:nvSpPr>
          <p:cNvPr id="5" name="Title 3"/>
          <p:cNvSpPr>
            <a:spLocks noGrp="1"/>
          </p:cNvSpPr>
          <p:nvPr>
            <p:ph type="title"/>
          </p:nvPr>
        </p:nvSpPr>
        <p:spPr>
          <a:xfrm>
            <a:off x="238330" y="141764"/>
            <a:ext cx="11308231" cy="459577"/>
          </a:xfrm>
        </p:spPr>
        <p:txBody>
          <a:bodyPr>
            <a:noAutofit/>
          </a:bodyPr>
          <a:lstStyle/>
          <a:p>
            <a:pPr algn="just"/>
            <a:r>
              <a:rPr lang="en-US" sz="3200" dirty="0"/>
              <a:t>Appreciations (12/02/20 to 12/08/20)  </a:t>
            </a:r>
            <a:endParaRPr lang="en-US" sz="3200" dirty="0">
              <a:solidFill>
                <a:srgbClr val="FF0000"/>
              </a:solidFill>
            </a:endParaRPr>
          </a:p>
        </p:txBody>
      </p:sp>
      <p:graphicFrame>
        <p:nvGraphicFramePr>
          <p:cNvPr id="4" name="Content Placeholder 6">
            <a:extLst>
              <a:ext uri="{FF2B5EF4-FFF2-40B4-BE49-F238E27FC236}">
                <a16:creationId xmlns:a16="http://schemas.microsoft.com/office/drawing/2014/main" id="{4EF0DC14-C2F1-4FAE-A0EC-922746AF839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899255668"/>
              </p:ext>
            </p:extLst>
          </p:nvPr>
        </p:nvGraphicFramePr>
        <p:xfrm>
          <a:off x="300733" y="1353341"/>
          <a:ext cx="11559210" cy="359082"/>
        </p:xfrm>
        <a:graphic>
          <a:graphicData uri="http://schemas.openxmlformats.org/drawingml/2006/table">
            <a:tbl>
              <a:tblPr/>
              <a:tblGrid>
                <a:gridCol w="125284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3106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7852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9565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8287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9405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753767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2286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123122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1335825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359082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Doc Name: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QA Weekly Status Report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Updated on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12/08/20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Prep By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Infosys QA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Reviewed By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Sundar</a:t>
                      </a:r>
                      <a:endParaRPr lang="en-US" sz="1600" b="1" i="0" u="none" strike="noStrike" dirty="0">
                        <a:solidFill>
                          <a:srgbClr val="00B05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7B5284DA-8352-47BC-9508-C34734DA90D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70792324"/>
              </p:ext>
            </p:extLst>
          </p:nvPr>
        </p:nvGraphicFramePr>
        <p:xfrm>
          <a:off x="300733" y="2066759"/>
          <a:ext cx="11559210" cy="617242"/>
        </p:xfrm>
        <a:graphic>
          <a:graphicData uri="http://schemas.openxmlformats.org/drawingml/2006/table">
            <a:tbl>
              <a:tblPr/>
              <a:tblGrid>
                <a:gridCol w="2321005">
                  <a:extLst>
                    <a:ext uri="{9D8B030D-6E8A-4147-A177-3AD203B41FA5}">
                      <a16:colId xmlns:a16="http://schemas.microsoft.com/office/drawing/2014/main" val="213927935"/>
                    </a:ext>
                  </a:extLst>
                </a:gridCol>
                <a:gridCol w="9238205">
                  <a:extLst>
                    <a:ext uri="{9D8B030D-6E8A-4147-A177-3AD203B41FA5}">
                      <a16:colId xmlns:a16="http://schemas.microsoft.com/office/drawing/2014/main" val="459630590"/>
                    </a:ext>
                  </a:extLst>
                </a:gridCol>
              </a:tblGrid>
              <a:tr h="617242"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6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+mn-ea"/>
                          <a:cs typeface="+mn-cs"/>
                        </a:rPr>
                        <a:t>AAA Mobile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US" sz="16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+mn-ea"/>
                          <a:cs typeface="+mn-cs"/>
                        </a:rPr>
                        <a:t> just FYI - During the Retrospective meeting Ralph said in general for the whole team – That he is “ Proud of this Project “and “ Everyone did a great job “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5811178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2490054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95E168-DA5E-4888-8D8A-92B118324C14}" type="slidenum">
              <a:rPr lang="ru-RU" smtClean="0"/>
              <a:t>12</a:t>
            </a:fld>
            <a:endParaRPr lang="ru-RU" dirty="0"/>
          </a:p>
        </p:txBody>
      </p:sp>
      <p:sp>
        <p:nvSpPr>
          <p:cNvPr id="5" name="Title 3"/>
          <p:cNvSpPr>
            <a:spLocks noGrp="1"/>
          </p:cNvSpPr>
          <p:nvPr>
            <p:ph type="title"/>
          </p:nvPr>
        </p:nvSpPr>
        <p:spPr>
          <a:xfrm>
            <a:off x="238330" y="141764"/>
            <a:ext cx="11308231" cy="459577"/>
          </a:xfrm>
        </p:spPr>
        <p:txBody>
          <a:bodyPr>
            <a:noAutofit/>
          </a:bodyPr>
          <a:lstStyle/>
          <a:p>
            <a:pPr algn="just"/>
            <a:r>
              <a:rPr lang="en-US" sz="3200" dirty="0"/>
              <a:t>Appreciations (</a:t>
            </a:r>
            <a:r>
              <a:rPr lang="en-GB" sz="3200" dirty="0">
                <a:ln/>
              </a:rPr>
              <a:t>12/16/20 to 12/22/20</a:t>
            </a:r>
            <a:r>
              <a:rPr lang="en-US" sz="3200" dirty="0"/>
              <a:t>)  </a:t>
            </a:r>
            <a:endParaRPr lang="en-US" sz="3200" dirty="0">
              <a:solidFill>
                <a:srgbClr val="FF0000"/>
              </a:solidFill>
            </a:endParaRPr>
          </a:p>
        </p:txBody>
      </p:sp>
      <p:graphicFrame>
        <p:nvGraphicFramePr>
          <p:cNvPr id="4" name="Content Placeholder 6">
            <a:extLst>
              <a:ext uri="{FF2B5EF4-FFF2-40B4-BE49-F238E27FC236}">
                <a16:creationId xmlns:a16="http://schemas.microsoft.com/office/drawing/2014/main" id="{4EF0DC14-C2F1-4FAE-A0EC-922746AF8397}"/>
              </a:ext>
            </a:extLst>
          </p:cNvPr>
          <p:cNvGraphicFramePr>
            <a:graphicFrameLocks/>
          </p:cNvGraphicFramePr>
          <p:nvPr/>
        </p:nvGraphicFramePr>
        <p:xfrm>
          <a:off x="300733" y="1353341"/>
          <a:ext cx="11559210" cy="359082"/>
        </p:xfrm>
        <a:graphic>
          <a:graphicData uri="http://schemas.openxmlformats.org/drawingml/2006/table">
            <a:tbl>
              <a:tblPr/>
              <a:tblGrid>
                <a:gridCol w="125284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3106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7852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9565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8287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9405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753767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2286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123122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1335825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359082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Doc Name: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QA Weekly Status Report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Updated on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12/22/20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Prep By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Infosys QA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Reviewed By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Sundar</a:t>
                      </a:r>
                      <a:endParaRPr lang="en-US" sz="1600" b="1" i="0" u="none" strike="noStrike" dirty="0">
                        <a:solidFill>
                          <a:srgbClr val="00B05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7B5284DA-8352-47BC-9508-C34734DA90D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99845704"/>
              </p:ext>
            </p:extLst>
          </p:nvPr>
        </p:nvGraphicFramePr>
        <p:xfrm>
          <a:off x="300733" y="1991944"/>
          <a:ext cx="11559210" cy="617242"/>
        </p:xfrm>
        <a:graphic>
          <a:graphicData uri="http://schemas.openxmlformats.org/drawingml/2006/table">
            <a:tbl>
              <a:tblPr/>
              <a:tblGrid>
                <a:gridCol w="1602882">
                  <a:extLst>
                    <a:ext uri="{9D8B030D-6E8A-4147-A177-3AD203B41FA5}">
                      <a16:colId xmlns:a16="http://schemas.microsoft.com/office/drawing/2014/main" val="213927935"/>
                    </a:ext>
                  </a:extLst>
                </a:gridCol>
                <a:gridCol w="9956328">
                  <a:extLst>
                    <a:ext uri="{9D8B030D-6E8A-4147-A177-3AD203B41FA5}">
                      <a16:colId xmlns:a16="http://schemas.microsoft.com/office/drawing/2014/main" val="459630590"/>
                    </a:ext>
                  </a:extLst>
                </a:gridCol>
              </a:tblGrid>
              <a:tr h="617242"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6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+mn-ea"/>
                          <a:cs typeface="+mn-cs"/>
                        </a:rPr>
                        <a:t>AAA Mobile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6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+mn-ea"/>
                          <a:cs typeface="+mn-cs"/>
                        </a:rPr>
                        <a:t>During the Scrum – By Christine – She appreciated me for helping them out to meet the tight deadlines always by working nonstop and she said we appreciate your help and support when ever we needed.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7448743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4085147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95E168-DA5E-4888-8D8A-92B118324C14}" type="slidenum">
              <a:rPr lang="ru-RU" smtClean="0"/>
              <a:pPr/>
              <a:t>13</a:t>
            </a:fld>
            <a:endParaRPr lang="ru-RU" dirty="0"/>
          </a:p>
        </p:txBody>
      </p:sp>
      <p:sp>
        <p:nvSpPr>
          <p:cNvPr id="5" name="Title 3"/>
          <p:cNvSpPr>
            <a:spLocks noGrp="1"/>
          </p:cNvSpPr>
          <p:nvPr>
            <p:ph type="title"/>
          </p:nvPr>
        </p:nvSpPr>
        <p:spPr>
          <a:xfrm>
            <a:off x="238330" y="141764"/>
            <a:ext cx="11308231" cy="459577"/>
          </a:xfrm>
        </p:spPr>
        <p:txBody>
          <a:bodyPr>
            <a:noAutofit/>
          </a:bodyPr>
          <a:lstStyle/>
          <a:p>
            <a:pPr algn="just"/>
            <a:r>
              <a:rPr lang="en-US" sz="3200" dirty="0"/>
              <a:t>Appreciations (02/02/21 to 02/08/21)  </a:t>
            </a:r>
            <a:endParaRPr lang="en-US" sz="3200" dirty="0">
              <a:solidFill>
                <a:srgbClr val="FF0000"/>
              </a:solidFill>
            </a:endParaRPr>
          </a:p>
        </p:txBody>
      </p:sp>
      <p:graphicFrame>
        <p:nvGraphicFramePr>
          <p:cNvPr id="4" name="Content Placeholder 6">
            <a:extLst>
              <a:ext uri="{FF2B5EF4-FFF2-40B4-BE49-F238E27FC236}">
                <a16:creationId xmlns:a16="http://schemas.microsoft.com/office/drawing/2014/main" id="{4EF0DC14-C2F1-4FAE-A0EC-922746AF8397}"/>
              </a:ext>
            </a:extLst>
          </p:cNvPr>
          <p:cNvGraphicFramePr>
            <a:graphicFrameLocks/>
          </p:cNvGraphicFramePr>
          <p:nvPr/>
        </p:nvGraphicFramePr>
        <p:xfrm>
          <a:off x="300733" y="1353341"/>
          <a:ext cx="11559210" cy="359082"/>
        </p:xfrm>
        <a:graphic>
          <a:graphicData uri="http://schemas.openxmlformats.org/drawingml/2006/table">
            <a:tbl>
              <a:tblPr/>
              <a:tblGrid>
                <a:gridCol w="125284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3106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7852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9565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8287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9405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753767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2286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123122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1335825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359082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Doc Name: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QA Weekly Status Report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Updated on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02/05/21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Prep By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Dhanu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Reviewed By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Sundar</a:t>
                      </a:r>
                      <a:endParaRPr lang="en-US" sz="1600" b="1" i="0" u="none" strike="noStrike" dirty="0">
                        <a:solidFill>
                          <a:srgbClr val="00B05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7B5284DA-8352-47BC-9508-C34734DA90DD}"/>
              </a:ext>
            </a:extLst>
          </p:cNvPr>
          <p:cNvGraphicFramePr>
            <a:graphicFrameLocks noGrp="1"/>
          </p:cNvGraphicFramePr>
          <p:nvPr/>
        </p:nvGraphicFramePr>
        <p:xfrm>
          <a:off x="300733" y="2066759"/>
          <a:ext cx="11559210" cy="617242"/>
        </p:xfrm>
        <a:graphic>
          <a:graphicData uri="http://schemas.openxmlformats.org/drawingml/2006/table">
            <a:tbl>
              <a:tblPr/>
              <a:tblGrid>
                <a:gridCol w="2321005">
                  <a:extLst>
                    <a:ext uri="{9D8B030D-6E8A-4147-A177-3AD203B41FA5}">
                      <a16:colId xmlns:a16="http://schemas.microsoft.com/office/drawing/2014/main" val="213927935"/>
                    </a:ext>
                  </a:extLst>
                </a:gridCol>
                <a:gridCol w="9238205">
                  <a:extLst>
                    <a:ext uri="{9D8B030D-6E8A-4147-A177-3AD203B41FA5}">
                      <a16:colId xmlns:a16="http://schemas.microsoft.com/office/drawing/2014/main" val="459630590"/>
                    </a:ext>
                  </a:extLst>
                </a:gridCol>
              </a:tblGrid>
              <a:tr h="617242"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6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+mn-ea"/>
                          <a:cs typeface="+mn-cs"/>
                        </a:rPr>
                        <a:t>AAA Mobile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6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+mn-ea"/>
                          <a:cs typeface="+mn-cs"/>
                        </a:rPr>
                        <a:t>By Christine – You are Hard Working &amp; You are doing a Great Job . I am excited to hear about you getting into automation.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5811178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7689254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95E168-DA5E-4888-8D8A-92B118324C14}" type="slidenum">
              <a:rPr lang="ru-RU" smtClean="0"/>
              <a:pPr/>
              <a:t>14</a:t>
            </a:fld>
            <a:endParaRPr lang="ru-RU" dirty="0"/>
          </a:p>
        </p:txBody>
      </p:sp>
      <p:sp>
        <p:nvSpPr>
          <p:cNvPr id="5" name="Title 3"/>
          <p:cNvSpPr>
            <a:spLocks noGrp="1"/>
          </p:cNvSpPr>
          <p:nvPr>
            <p:ph type="title"/>
          </p:nvPr>
        </p:nvSpPr>
        <p:spPr>
          <a:xfrm>
            <a:off x="238330" y="141764"/>
            <a:ext cx="11308231" cy="459577"/>
          </a:xfrm>
        </p:spPr>
        <p:txBody>
          <a:bodyPr>
            <a:noAutofit/>
          </a:bodyPr>
          <a:lstStyle/>
          <a:p>
            <a:pPr algn="just"/>
            <a:r>
              <a:rPr lang="en-US" sz="3200" dirty="0"/>
              <a:t>Appreciations (02/09/21 to 02/15/21)  </a:t>
            </a:r>
            <a:endParaRPr lang="en-US" sz="3200" dirty="0">
              <a:solidFill>
                <a:srgbClr val="FF0000"/>
              </a:solidFill>
            </a:endParaRPr>
          </a:p>
        </p:txBody>
      </p:sp>
      <p:graphicFrame>
        <p:nvGraphicFramePr>
          <p:cNvPr id="4" name="Content Placeholder 6">
            <a:extLst>
              <a:ext uri="{FF2B5EF4-FFF2-40B4-BE49-F238E27FC236}">
                <a16:creationId xmlns:a16="http://schemas.microsoft.com/office/drawing/2014/main" id="{4EF0DC14-C2F1-4FAE-A0EC-922746AF8397}"/>
              </a:ext>
            </a:extLst>
          </p:cNvPr>
          <p:cNvGraphicFramePr>
            <a:graphicFrameLocks/>
          </p:cNvGraphicFramePr>
          <p:nvPr/>
        </p:nvGraphicFramePr>
        <p:xfrm>
          <a:off x="300733" y="1353341"/>
          <a:ext cx="11559210" cy="359082"/>
        </p:xfrm>
        <a:graphic>
          <a:graphicData uri="http://schemas.openxmlformats.org/drawingml/2006/table">
            <a:tbl>
              <a:tblPr/>
              <a:tblGrid>
                <a:gridCol w="125284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3106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7852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9565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8287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9405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753767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2286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123122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1335825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359082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Doc Name: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QA Weekly Status Report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Updated on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02/09/21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Prep By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Dhanu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Reviewed By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Sundar</a:t>
                      </a:r>
                      <a:endParaRPr lang="en-US" sz="1600" b="1" i="0" u="none" strike="noStrike" dirty="0">
                        <a:solidFill>
                          <a:srgbClr val="00B05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7B5284DA-8352-47BC-9508-C34734DA90DD}"/>
              </a:ext>
            </a:extLst>
          </p:cNvPr>
          <p:cNvGraphicFramePr>
            <a:graphicFrameLocks noGrp="1"/>
          </p:cNvGraphicFramePr>
          <p:nvPr/>
        </p:nvGraphicFramePr>
        <p:xfrm>
          <a:off x="300733" y="2066759"/>
          <a:ext cx="11559210" cy="984885"/>
        </p:xfrm>
        <a:graphic>
          <a:graphicData uri="http://schemas.openxmlformats.org/drawingml/2006/table">
            <a:tbl>
              <a:tblPr/>
              <a:tblGrid>
                <a:gridCol w="2321005">
                  <a:extLst>
                    <a:ext uri="{9D8B030D-6E8A-4147-A177-3AD203B41FA5}">
                      <a16:colId xmlns:a16="http://schemas.microsoft.com/office/drawing/2014/main" val="213927935"/>
                    </a:ext>
                  </a:extLst>
                </a:gridCol>
                <a:gridCol w="9238205">
                  <a:extLst>
                    <a:ext uri="{9D8B030D-6E8A-4147-A177-3AD203B41FA5}">
                      <a16:colId xmlns:a16="http://schemas.microsoft.com/office/drawing/2014/main" val="459630590"/>
                    </a:ext>
                  </a:extLst>
                </a:gridCol>
              </a:tblGrid>
              <a:tr h="617242"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6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+mn-ea"/>
                          <a:cs typeface="+mn-cs"/>
                        </a:rPr>
                        <a:t>AAA Mobile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6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+mn-ea"/>
                          <a:cs typeface="+mn-cs"/>
                        </a:rPr>
                        <a:t>By Christine on channel </a:t>
                      </a:r>
                      <a:r>
                        <a:rPr lang="en-US" sz="16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“ </a:t>
                      </a:r>
                      <a:r>
                        <a:rPr lang="en-US" sz="1600" b="1" i="0" kern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You guys are amazing! Thank you for being supportive to the clubs even when this should have been planned by them</a:t>
                      </a:r>
                      <a:r>
                        <a:rPr lang="en-US" sz="1600" b="0" i="0" kern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.” There was a PROD issue on DRR side on Colorado as they had problems handling call volumes for roadside request , and we all offered if they needed any help from us on our </a:t>
                      </a:r>
                      <a:r>
                        <a:rPr lang="en-US" sz="1600" b="1" i="0" kern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Holiday(Presidents Day)</a:t>
                      </a:r>
                      <a:endParaRPr lang="en-US" sz="1600" b="1" i="0" u="none" strike="noStrike" kern="12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5811178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2666638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95E168-DA5E-4888-8D8A-92B118324C14}" type="slidenum">
              <a:rPr lang="ru-RU" smtClean="0"/>
              <a:t>15</a:t>
            </a:fld>
            <a:endParaRPr lang="ru-RU" dirty="0"/>
          </a:p>
        </p:txBody>
      </p:sp>
      <p:sp>
        <p:nvSpPr>
          <p:cNvPr id="5" name="Title 3"/>
          <p:cNvSpPr>
            <a:spLocks noGrp="1"/>
          </p:cNvSpPr>
          <p:nvPr>
            <p:ph type="title"/>
          </p:nvPr>
        </p:nvSpPr>
        <p:spPr>
          <a:xfrm>
            <a:off x="238330" y="141764"/>
            <a:ext cx="11308231" cy="459577"/>
          </a:xfrm>
        </p:spPr>
        <p:txBody>
          <a:bodyPr>
            <a:noAutofit/>
          </a:bodyPr>
          <a:lstStyle/>
          <a:p>
            <a:pPr algn="just"/>
            <a:r>
              <a:rPr lang="en-US" sz="3200" dirty="0"/>
              <a:t>Appreciations (04/06/21 to 04/12/21)</a:t>
            </a:r>
            <a:endParaRPr lang="en-US" sz="3200" dirty="0">
              <a:solidFill>
                <a:srgbClr val="FF0000"/>
              </a:solidFill>
            </a:endParaRPr>
          </a:p>
        </p:txBody>
      </p:sp>
      <p:graphicFrame>
        <p:nvGraphicFramePr>
          <p:cNvPr id="4" name="Content Placeholder 6">
            <a:extLst>
              <a:ext uri="{FF2B5EF4-FFF2-40B4-BE49-F238E27FC236}">
                <a16:creationId xmlns:a16="http://schemas.microsoft.com/office/drawing/2014/main" id="{4EF0DC14-C2F1-4FAE-A0EC-922746AF8397}"/>
              </a:ext>
            </a:extLst>
          </p:cNvPr>
          <p:cNvGraphicFramePr>
            <a:graphicFrameLocks/>
          </p:cNvGraphicFramePr>
          <p:nvPr/>
        </p:nvGraphicFramePr>
        <p:xfrm>
          <a:off x="300733" y="1353341"/>
          <a:ext cx="11559210" cy="359082"/>
        </p:xfrm>
        <a:graphic>
          <a:graphicData uri="http://schemas.openxmlformats.org/drawingml/2006/table">
            <a:tbl>
              <a:tblPr/>
              <a:tblGrid>
                <a:gridCol w="125284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3106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7852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9565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8287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9405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753767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2286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123122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1335825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359082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Doc Name: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QA Weekly Status Report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Updated on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04/12/21</a:t>
                      </a:r>
                      <a:endParaRPr lang="en-US" dirty="0"/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Prep By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Infosys QA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Reviewed By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Sundar</a:t>
                      </a:r>
                      <a:endParaRPr lang="en-US" sz="1600" b="1" i="0" u="none" strike="noStrike" dirty="0">
                        <a:solidFill>
                          <a:srgbClr val="00B05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38329" y="2211059"/>
          <a:ext cx="11621613" cy="845650"/>
        </p:xfrm>
        <a:graphic>
          <a:graphicData uri="http://schemas.openxmlformats.org/drawingml/2006/table">
            <a:tbl>
              <a:tblPr/>
              <a:tblGrid>
                <a:gridCol w="2333535">
                  <a:extLst>
                    <a:ext uri="{9D8B030D-6E8A-4147-A177-3AD203B41FA5}">
                      <a16:colId xmlns:a16="http://schemas.microsoft.com/office/drawing/2014/main" val="1364440203"/>
                    </a:ext>
                  </a:extLst>
                </a:gridCol>
                <a:gridCol w="9288078">
                  <a:extLst>
                    <a:ext uri="{9D8B030D-6E8A-4147-A177-3AD203B41FA5}">
                      <a16:colId xmlns:a16="http://schemas.microsoft.com/office/drawing/2014/main" val="958794643"/>
                    </a:ext>
                  </a:extLst>
                </a:gridCol>
              </a:tblGrid>
              <a:tr h="845650">
                <a:tc>
                  <a:txBody>
                    <a:bodyPr/>
                    <a:lstStyle/>
                    <a:p>
                      <a:pPr marL="0" lvl="0" algn="ctr">
                        <a:buNone/>
                      </a:pPr>
                      <a:r>
                        <a:rPr lang="en-US" sz="16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+mn-ea"/>
                          <a:cs typeface="+mn-cs"/>
                        </a:rPr>
                        <a:t>AAA Mobile </a:t>
                      </a:r>
                    </a:p>
                  </a:txBody>
                  <a:tcPr marL="9524" marR="9524" marT="9524" marB="0" anchor="ctr"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i="0" u="none" strike="noStrike" kern="1200" baseline="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+mn-ea"/>
                          <a:cs typeface="+mn-cs"/>
                        </a:rPr>
                        <a:t>Dhanu -Appreciated by Ralph for doing excellent job for finding issues and logging them( External Development) </a:t>
                      </a:r>
                    </a:p>
                    <a:p>
                      <a:pPr marL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i="0" u="none" strike="noStrike" kern="1200" baseline="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+mn-ea"/>
                          <a:cs typeface="+mn-cs"/>
                        </a:rPr>
                        <a:t>QA Team – Appreciated for doing wonderful job in putting consistent “ Summary “ in the description of the defects.</a:t>
                      </a:r>
                    </a:p>
                  </a:txBody>
                  <a:tcPr marL="9524" marR="9524" marT="95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2585295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5962605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21">
      <a:dk1>
        <a:sysClr val="windowText" lastClr="000000"/>
      </a:dk1>
      <a:lt1>
        <a:sysClr val="window" lastClr="FFFFFF"/>
      </a:lt1>
      <a:dk2>
        <a:srgbClr val="0048B3"/>
      </a:dk2>
      <a:lt2>
        <a:srgbClr val="7C77B9"/>
      </a:lt2>
      <a:accent1>
        <a:srgbClr val="008EDC"/>
      </a:accent1>
      <a:accent2>
        <a:srgbClr val="7A0078"/>
      </a:accent2>
      <a:accent3>
        <a:srgbClr val="D30F64"/>
      </a:accent3>
      <a:accent4>
        <a:srgbClr val="006FC9"/>
      </a:accent4>
      <a:accent5>
        <a:srgbClr val="00FFFF"/>
      </a:accent5>
      <a:accent6>
        <a:srgbClr val="EEB902"/>
      </a:accent6>
      <a:hlink>
        <a:srgbClr val="D30F64"/>
      </a:hlink>
      <a:folHlink>
        <a:srgbClr val="D30F64"/>
      </a:folHlink>
    </a:clrScheme>
    <a:fontScheme name="Custom 7">
      <a:majorFont>
        <a:latin typeface="Century Gothic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gradFill flip="none" rotWithShape="1">
          <a:gsLst>
            <a:gs pos="12000">
              <a:schemeClr val="accent1"/>
            </a:gs>
            <a:gs pos="100000">
              <a:schemeClr val="accent3"/>
            </a:gs>
          </a:gsLst>
          <a:lin ang="0" scaled="1"/>
          <a:tileRect/>
        </a:gradFill>
        <a:ln w="12700" cap="flat">
          <a:noFill/>
          <a:prstDash val="solid"/>
          <a:miter/>
        </a:ln>
      </a:spPr>
      <a:bodyPr rtlCol="0" anchor="ctr"/>
      <a:lstStyle>
        <a:defPPr algn="l">
          <a:defRPr dirty="0"/>
        </a:defPPr>
      </a:lstStyle>
    </a:spDef>
  </a:objectDefaults>
  <a:extraClrSchemeLst/>
  <a:extLst>
    <a:ext uri="{05A4C25C-085E-4340-85A3-A5531E510DB2}">
      <thm15:themeFamily xmlns:thm15="http://schemas.microsoft.com/office/thememl/2012/main" name="NBPL_Fun_MO - v6" id="{A0D08BF4-A6B2-4810-A990-861B25D0A27E}" vid="{9CA1A813-01EE-4EED-9E0D-BBBA258A4E3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347931BA9FB1041ACBEF69F9F97700E" ma:contentTypeVersion="5" ma:contentTypeDescription="Create a new document." ma:contentTypeScope="" ma:versionID="adeef69bf61673f486bbb24b8841655b">
  <xsd:schema xmlns:xsd="http://www.w3.org/2001/XMLSchema" xmlns:xs="http://www.w3.org/2001/XMLSchema" xmlns:p="http://schemas.microsoft.com/office/2006/metadata/properties" xmlns:ns2="7fb78ebf-1b7d-4d84-a3c5-0ea6e5c052e3" targetNamespace="http://schemas.microsoft.com/office/2006/metadata/properties" ma:root="true" ma:fieldsID="336a8b9dd7a85fff93b0d16fa92532bc" ns2:_="">
    <xsd:import namespace="7fb78ebf-1b7d-4d84-a3c5-0ea6e5c052e3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AutoTags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fb78ebf-1b7d-4d84-a3c5-0ea6e5c052e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ServiceLocation" ma:index="12" nillable="true" ma:displayName="Location" ma:internalName="MediaServiceLocation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750F309C-DE10-4641-9043-BB7E781AC404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D8486458-0865-41CD-9BA8-B5F94E7D60D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fb78ebf-1b7d-4d84-a3c5-0ea6e5c052e3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12024DF7-0783-4549-86B7-A48B29FBA9C2}">
  <ds:schemaRefs>
    <ds:schemaRef ds:uri="http://schemas.microsoft.com/office/2006/metadata/properties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886</Words>
  <Application>Microsoft Office PowerPoint</Application>
  <PresentationFormat>Widescreen</PresentationFormat>
  <Paragraphs>147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Calibri</vt:lpstr>
      <vt:lpstr>Century Gothic</vt:lpstr>
      <vt:lpstr>Office Theme</vt:lpstr>
      <vt:lpstr>PowerPoint Presentation</vt:lpstr>
      <vt:lpstr>PowerPoint Presentation</vt:lpstr>
      <vt:lpstr>PowerPoint Presentation</vt:lpstr>
      <vt:lpstr>PowerPoint Presentation</vt:lpstr>
      <vt:lpstr>Appreciations (10/21/20 to 10/27/20)  </vt:lpstr>
      <vt:lpstr>Appreciations (9/30/20 to 10/06/20)  </vt:lpstr>
      <vt:lpstr>Appreciations (10/14/20 to 10/20/20)  </vt:lpstr>
      <vt:lpstr>Appreciations (11/11/20 to 11/17/20)  </vt:lpstr>
      <vt:lpstr>Appreciations (11/18/20 to 11/24/20)  </vt:lpstr>
      <vt:lpstr>Appreciations (11/25/20 to 12/01/20)  </vt:lpstr>
      <vt:lpstr>Appreciations (12/02/20 to 12/08/20)  </vt:lpstr>
      <vt:lpstr>Appreciations (12/16/20 to 12/22/20)  </vt:lpstr>
      <vt:lpstr>Appreciations (02/02/21 to 02/08/21)  </vt:lpstr>
      <vt:lpstr>Appreciations (02/09/21 to 02/15/21)  </vt:lpstr>
      <vt:lpstr>Appreciations (04/06/21 to 04/12/21)</vt:lpstr>
    </vt:vector>
  </TitlesOfParts>
  <Manager/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AAA QA Transition Approach</dc:title>
  <dc:creator/>
  <cp:lastModifiedBy/>
  <cp:revision>1</cp:revision>
  <dcterms:created xsi:type="dcterms:W3CDTF">2019-03-07T05:48:18Z</dcterms:created>
  <dcterms:modified xsi:type="dcterms:W3CDTF">2021-04-09T16:11:57Z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0x010100E347931BA9FB1041ACBEF69F9F97700E</vt:lpwstr>
  </property>
  <property fmtid="{D5CDD505-2E9C-101B-9397-08002B2CF9AE}" pid="3" name="MSIP_Label_be4b3411-284d-4d31-bd4f-bc13ef7f1fd6_Enabled">
    <vt:lpwstr>True</vt:lpwstr>
  </property>
  <property fmtid="{D5CDD505-2E9C-101B-9397-08002B2CF9AE}" pid="4" name="MSIP_Label_be4b3411-284d-4d31-bd4f-bc13ef7f1fd6_SiteId">
    <vt:lpwstr>63ce7d59-2f3e-42cd-a8cc-be764cff5eb6</vt:lpwstr>
  </property>
  <property fmtid="{D5CDD505-2E9C-101B-9397-08002B2CF9AE}" pid="5" name="MSIP_Label_be4b3411-284d-4d31-bd4f-bc13ef7f1fd6_Owner">
    <vt:lpwstr>prayas.ahuja@ad.infosys.com</vt:lpwstr>
  </property>
  <property fmtid="{D5CDD505-2E9C-101B-9397-08002B2CF9AE}" pid="6" name="MSIP_Label_be4b3411-284d-4d31-bd4f-bc13ef7f1fd6_SetDate">
    <vt:lpwstr>2019-03-07T07:33:16.1392834Z</vt:lpwstr>
  </property>
  <property fmtid="{D5CDD505-2E9C-101B-9397-08002B2CF9AE}" pid="7" name="MSIP_Label_be4b3411-284d-4d31-bd4f-bc13ef7f1fd6_Name">
    <vt:lpwstr>Internal</vt:lpwstr>
  </property>
  <property fmtid="{D5CDD505-2E9C-101B-9397-08002B2CF9AE}" pid="8" name="MSIP_Label_be4b3411-284d-4d31-bd4f-bc13ef7f1fd6_Application">
    <vt:lpwstr>Microsoft Azure Information Protection</vt:lpwstr>
  </property>
  <property fmtid="{D5CDD505-2E9C-101B-9397-08002B2CF9AE}" pid="9" name="MSIP_Label_be4b3411-284d-4d31-bd4f-bc13ef7f1fd6_Extended_MSFT_Method">
    <vt:lpwstr>Automatic</vt:lpwstr>
  </property>
  <property fmtid="{D5CDD505-2E9C-101B-9397-08002B2CF9AE}" pid="10" name="MSIP_Label_a0819fa7-4367-4500-ba88-dd630d977609_Enabled">
    <vt:lpwstr>True</vt:lpwstr>
  </property>
  <property fmtid="{D5CDD505-2E9C-101B-9397-08002B2CF9AE}" pid="11" name="MSIP_Label_a0819fa7-4367-4500-ba88-dd630d977609_SiteId">
    <vt:lpwstr>63ce7d59-2f3e-42cd-a8cc-be764cff5eb6</vt:lpwstr>
  </property>
  <property fmtid="{D5CDD505-2E9C-101B-9397-08002B2CF9AE}" pid="12" name="MSIP_Label_a0819fa7-4367-4500-ba88-dd630d977609_Owner">
    <vt:lpwstr>prayas.ahuja@ad.infosys.com</vt:lpwstr>
  </property>
  <property fmtid="{D5CDD505-2E9C-101B-9397-08002B2CF9AE}" pid="13" name="MSIP_Label_a0819fa7-4367-4500-ba88-dd630d977609_SetDate">
    <vt:lpwstr>2019-03-07T07:33:16.1392834Z</vt:lpwstr>
  </property>
  <property fmtid="{D5CDD505-2E9C-101B-9397-08002B2CF9AE}" pid="14" name="MSIP_Label_a0819fa7-4367-4500-ba88-dd630d977609_Name">
    <vt:lpwstr>Companywide usage</vt:lpwstr>
  </property>
  <property fmtid="{D5CDD505-2E9C-101B-9397-08002B2CF9AE}" pid="15" name="MSIP_Label_a0819fa7-4367-4500-ba88-dd630d977609_Application">
    <vt:lpwstr>Microsoft Azure Information Protection</vt:lpwstr>
  </property>
  <property fmtid="{D5CDD505-2E9C-101B-9397-08002B2CF9AE}" pid="16" name="MSIP_Label_a0819fa7-4367-4500-ba88-dd630d977609_Parent">
    <vt:lpwstr>be4b3411-284d-4d31-bd4f-bc13ef7f1fd6</vt:lpwstr>
  </property>
  <property fmtid="{D5CDD505-2E9C-101B-9397-08002B2CF9AE}" pid="17" name="MSIP_Label_a0819fa7-4367-4500-ba88-dd630d977609_Extended_MSFT_Method">
    <vt:lpwstr>Automatic</vt:lpwstr>
  </property>
  <property fmtid="{D5CDD505-2E9C-101B-9397-08002B2CF9AE}" pid="18" name="Sensitivity">
    <vt:lpwstr>Internal Companywide usage</vt:lpwstr>
  </property>
</Properties>
</file>